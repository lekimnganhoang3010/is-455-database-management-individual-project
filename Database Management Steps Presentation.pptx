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377" r:id="rId2"/>
    <p:sldId id="349" r:id="rId3"/>
    <p:sldId id="350" r:id="rId4"/>
    <p:sldId id="378" r:id="rId5"/>
    <p:sldId id="379" r:id="rId6"/>
    <p:sldId id="380" r:id="rId7"/>
    <p:sldId id="382" r:id="rId8"/>
    <p:sldId id="381" r:id="rId9"/>
    <p:sldId id="351" r:id="rId10"/>
    <p:sldId id="383" r:id="rId11"/>
    <p:sldId id="386" r:id="rId12"/>
    <p:sldId id="387" r:id="rId13"/>
    <p:sldId id="388" r:id="rId14"/>
    <p:sldId id="352" r:id="rId15"/>
    <p:sldId id="384" r:id="rId16"/>
    <p:sldId id="385" r:id="rId17"/>
    <p:sldId id="391" r:id="rId18"/>
    <p:sldId id="390" r:id="rId19"/>
    <p:sldId id="392" r:id="rId20"/>
    <p:sldId id="39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2A89B8-E3C2-5D61-3249-77E03A475C43}" name="Hoang, Le Kim Ngan" initials="HLKN" userId="S::lkhoang2@illinois.edu::7124f64b-2c3f-4585-8790-b679d9b907b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2284B"/>
    <a:srgbClr val="FF5F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06"/>
    <p:restoredTop sz="87129"/>
  </p:normalViewPr>
  <p:slideViewPr>
    <p:cSldViewPr snapToGrid="0">
      <p:cViewPr>
        <p:scale>
          <a:sx n="109" d="100"/>
          <a:sy n="109" d="100"/>
        </p:scale>
        <p:origin x="2952" y="832"/>
      </p:cViewPr>
      <p:guideLst/>
    </p:cSldViewPr>
  </p:slideViewPr>
  <p:outlineViewPr>
    <p:cViewPr>
      <p:scale>
        <a:sx n="33" d="100"/>
        <a:sy n="33" d="100"/>
      </p:scale>
      <p:origin x="0" y="-202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35" d="100"/>
          <a:sy n="135" d="100"/>
        </p:scale>
        <p:origin x="476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87F3AF-1F3A-1675-D106-000960B713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C1B3AB-3FEF-033A-64CE-0A5802812EA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126A19-01F3-F34F-8699-7A1C071F9303}" type="datetimeFigureOut">
              <a:rPr lang="en-US" smtClean="0"/>
              <a:t>12/10/25</a:t>
            </a:fld>
            <a:endParaRPr lang="en-US"/>
          </a:p>
        </p:txBody>
      </p:sp>
      <p:sp>
        <p:nvSpPr>
          <p:cNvPr id="4" name="Footer Placeholder 3">
            <a:extLst>
              <a:ext uri="{FF2B5EF4-FFF2-40B4-BE49-F238E27FC236}">
                <a16:creationId xmlns:a16="http://schemas.microsoft.com/office/drawing/2014/main" id="{7427C088-0AA5-C044-80FD-DE80F9A60A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CD8DEE4-D76F-1826-DA49-6A7D00911A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0F2289-1B98-B74A-AEBC-B44B84F13AD2}" type="slidenum">
              <a:rPr lang="en-US" smtClean="0"/>
              <a:t>‹#›</a:t>
            </a:fld>
            <a:endParaRPr lang="en-US"/>
          </a:p>
        </p:txBody>
      </p:sp>
    </p:spTree>
    <p:extLst>
      <p:ext uri="{BB962C8B-B14F-4D97-AF65-F5344CB8AC3E}">
        <p14:creationId xmlns:p14="http://schemas.microsoft.com/office/powerpoint/2010/main" val="17161501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BAA33-C0A4-9346-AAF1-BAD43E000F9B}"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535E0-CBDD-BC4C-BD4F-9919692E8FCF}" type="slidenum">
              <a:rPr lang="en-US" smtClean="0"/>
              <a:t>‹#›</a:t>
            </a:fld>
            <a:endParaRPr lang="en-US"/>
          </a:p>
        </p:txBody>
      </p:sp>
    </p:spTree>
    <p:extLst>
      <p:ext uri="{BB962C8B-B14F-4D97-AF65-F5344CB8AC3E}">
        <p14:creationId xmlns:p14="http://schemas.microsoft.com/office/powerpoint/2010/main" val="3656996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535E0-CBDD-BC4C-BD4F-9919692E8FCF}" type="slidenum">
              <a:rPr lang="en-US" smtClean="0"/>
              <a:t>1</a:t>
            </a:fld>
            <a:endParaRPr lang="en-US"/>
          </a:p>
        </p:txBody>
      </p:sp>
    </p:spTree>
    <p:extLst>
      <p:ext uri="{BB962C8B-B14F-4D97-AF65-F5344CB8AC3E}">
        <p14:creationId xmlns:p14="http://schemas.microsoft.com/office/powerpoint/2010/main" val="4175063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535E0-CBDD-BC4C-BD4F-9919692E8FCF}" type="slidenum">
              <a:rPr lang="en-US" smtClean="0"/>
              <a:t>2</a:t>
            </a:fld>
            <a:endParaRPr lang="en-US"/>
          </a:p>
        </p:txBody>
      </p:sp>
    </p:spTree>
    <p:extLst>
      <p:ext uri="{BB962C8B-B14F-4D97-AF65-F5344CB8AC3E}">
        <p14:creationId xmlns:p14="http://schemas.microsoft.com/office/powerpoint/2010/main" val="2723467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535E0-CBDD-BC4C-BD4F-9919692E8FCF}" type="slidenum">
              <a:rPr lang="en-US" smtClean="0"/>
              <a:t>5</a:t>
            </a:fld>
            <a:endParaRPr lang="en-US"/>
          </a:p>
        </p:txBody>
      </p:sp>
    </p:spTree>
    <p:extLst>
      <p:ext uri="{BB962C8B-B14F-4D97-AF65-F5344CB8AC3E}">
        <p14:creationId xmlns:p14="http://schemas.microsoft.com/office/powerpoint/2010/main" val="2357563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35324-C993-C0B3-C221-362FEAB4A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A3D49-E904-2C00-11CC-C8A204814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FC1E9-194F-F408-D086-793E09E1EE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0714E-5863-6F07-8453-B65684587BF7}"/>
              </a:ext>
            </a:extLst>
          </p:cNvPr>
          <p:cNvSpPr>
            <a:spLocks noGrp="1"/>
          </p:cNvSpPr>
          <p:nvPr>
            <p:ph type="sldNum" sz="quarter" idx="5"/>
          </p:nvPr>
        </p:nvSpPr>
        <p:spPr/>
        <p:txBody>
          <a:bodyPr/>
          <a:lstStyle/>
          <a:p>
            <a:fld id="{5E5535E0-CBDD-BC4C-BD4F-9919692E8FCF}" type="slidenum">
              <a:rPr lang="en-US" smtClean="0"/>
              <a:t>6</a:t>
            </a:fld>
            <a:endParaRPr lang="en-US"/>
          </a:p>
        </p:txBody>
      </p:sp>
    </p:spTree>
    <p:extLst>
      <p:ext uri="{BB962C8B-B14F-4D97-AF65-F5344CB8AC3E}">
        <p14:creationId xmlns:p14="http://schemas.microsoft.com/office/powerpoint/2010/main" val="3317864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99B64-3C6C-9C98-3CE7-9D30B9F03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331CA-ACB6-6656-CCB6-40C4ECF45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44843-7C39-EA78-43C5-05CD939DEC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FB91D-E46D-7F3F-E7C0-373FC09F9976}"/>
              </a:ext>
            </a:extLst>
          </p:cNvPr>
          <p:cNvSpPr>
            <a:spLocks noGrp="1"/>
          </p:cNvSpPr>
          <p:nvPr>
            <p:ph type="sldNum" sz="quarter" idx="5"/>
          </p:nvPr>
        </p:nvSpPr>
        <p:spPr/>
        <p:txBody>
          <a:bodyPr/>
          <a:lstStyle/>
          <a:p>
            <a:fld id="{5E5535E0-CBDD-BC4C-BD4F-9919692E8FCF}" type="slidenum">
              <a:rPr lang="en-US" smtClean="0"/>
              <a:t>7</a:t>
            </a:fld>
            <a:endParaRPr lang="en-US"/>
          </a:p>
        </p:txBody>
      </p:sp>
    </p:spTree>
    <p:extLst>
      <p:ext uri="{BB962C8B-B14F-4D97-AF65-F5344CB8AC3E}">
        <p14:creationId xmlns:p14="http://schemas.microsoft.com/office/powerpoint/2010/main" val="1088162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A66B9-3C47-A7C5-17D7-6ACC98F3D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9C0EF-4A2E-CF76-5C90-A174E020A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11D7A-7E47-4A19-D876-A302F77530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74FCA-CBB7-4BA0-4D27-B4D8AC1CAECB}"/>
              </a:ext>
            </a:extLst>
          </p:cNvPr>
          <p:cNvSpPr>
            <a:spLocks noGrp="1"/>
          </p:cNvSpPr>
          <p:nvPr>
            <p:ph type="sldNum" sz="quarter" idx="5"/>
          </p:nvPr>
        </p:nvSpPr>
        <p:spPr/>
        <p:txBody>
          <a:bodyPr/>
          <a:lstStyle/>
          <a:p>
            <a:fld id="{5E5535E0-CBDD-BC4C-BD4F-9919692E8FCF}" type="slidenum">
              <a:rPr lang="en-US" smtClean="0"/>
              <a:t>8</a:t>
            </a:fld>
            <a:endParaRPr lang="en-US"/>
          </a:p>
        </p:txBody>
      </p:sp>
    </p:spTree>
    <p:extLst>
      <p:ext uri="{BB962C8B-B14F-4D97-AF65-F5344CB8AC3E}">
        <p14:creationId xmlns:p14="http://schemas.microsoft.com/office/powerpoint/2010/main" val="1570986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535E0-CBDD-BC4C-BD4F-9919692E8FCF}" type="slidenum">
              <a:rPr lang="en-US" smtClean="0"/>
              <a:t>10</a:t>
            </a:fld>
            <a:endParaRPr lang="en-US"/>
          </a:p>
        </p:txBody>
      </p:sp>
    </p:spTree>
    <p:extLst>
      <p:ext uri="{BB962C8B-B14F-4D97-AF65-F5344CB8AC3E}">
        <p14:creationId xmlns:p14="http://schemas.microsoft.com/office/powerpoint/2010/main" val="1372083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A050B-BDDF-279F-4768-E02F19FC2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CE30-9A4B-BEF3-2D99-FA4A9EAFA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73A48-05B7-CC03-0BB6-0EF13B4D3D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4C03A2-C5AD-F661-74EA-5AA863C4F731}"/>
              </a:ext>
            </a:extLst>
          </p:cNvPr>
          <p:cNvSpPr>
            <a:spLocks noGrp="1"/>
          </p:cNvSpPr>
          <p:nvPr>
            <p:ph type="sldNum" sz="quarter" idx="5"/>
          </p:nvPr>
        </p:nvSpPr>
        <p:spPr/>
        <p:txBody>
          <a:bodyPr/>
          <a:lstStyle/>
          <a:p>
            <a:fld id="{5E5535E0-CBDD-BC4C-BD4F-9919692E8FCF}" type="slidenum">
              <a:rPr lang="en-US" smtClean="0"/>
              <a:t>11</a:t>
            </a:fld>
            <a:endParaRPr lang="en-US"/>
          </a:p>
        </p:txBody>
      </p:sp>
    </p:spTree>
    <p:extLst>
      <p:ext uri="{BB962C8B-B14F-4D97-AF65-F5344CB8AC3E}">
        <p14:creationId xmlns:p14="http://schemas.microsoft.com/office/powerpoint/2010/main" val="35011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FA8C-8AE6-8E8B-CEC4-B1A5335E3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D21CA-401A-5915-0EA2-9A264F3CF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B6D08-C19F-E5BA-CFB5-8B3CF52395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085D2E-9205-9063-BC6F-86B68A702F77}"/>
              </a:ext>
            </a:extLst>
          </p:cNvPr>
          <p:cNvSpPr>
            <a:spLocks noGrp="1"/>
          </p:cNvSpPr>
          <p:nvPr>
            <p:ph type="sldNum" sz="quarter" idx="5"/>
          </p:nvPr>
        </p:nvSpPr>
        <p:spPr/>
        <p:txBody>
          <a:bodyPr/>
          <a:lstStyle/>
          <a:p>
            <a:fld id="{5E5535E0-CBDD-BC4C-BD4F-9919692E8FCF}" type="slidenum">
              <a:rPr lang="en-US" smtClean="0"/>
              <a:t>12</a:t>
            </a:fld>
            <a:endParaRPr lang="en-US"/>
          </a:p>
        </p:txBody>
      </p:sp>
    </p:spTree>
    <p:extLst>
      <p:ext uri="{BB962C8B-B14F-4D97-AF65-F5344CB8AC3E}">
        <p14:creationId xmlns:p14="http://schemas.microsoft.com/office/powerpoint/2010/main" val="1835042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5BD3D-29DA-795A-1D24-48DAEFC3D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0B671-4411-13DC-885E-C5F17009C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8DA50-A1BA-2B35-9096-E5803DA784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B4F9AD-F7A4-821D-5D55-7FDCA39B155E}"/>
              </a:ext>
            </a:extLst>
          </p:cNvPr>
          <p:cNvSpPr>
            <a:spLocks noGrp="1"/>
          </p:cNvSpPr>
          <p:nvPr>
            <p:ph type="sldNum" sz="quarter" idx="5"/>
          </p:nvPr>
        </p:nvSpPr>
        <p:spPr/>
        <p:txBody>
          <a:bodyPr/>
          <a:lstStyle/>
          <a:p>
            <a:fld id="{5E5535E0-CBDD-BC4C-BD4F-9919692E8FCF}" type="slidenum">
              <a:rPr lang="en-US" smtClean="0"/>
              <a:t>17</a:t>
            </a:fld>
            <a:endParaRPr lang="en-US"/>
          </a:p>
        </p:txBody>
      </p:sp>
    </p:spTree>
    <p:extLst>
      <p:ext uri="{BB962C8B-B14F-4D97-AF65-F5344CB8AC3E}">
        <p14:creationId xmlns:p14="http://schemas.microsoft.com/office/powerpoint/2010/main" val="2950642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535E0-CBDD-BC4C-BD4F-9919692E8FCF}" type="slidenum">
              <a:rPr lang="en-US" smtClean="0"/>
              <a:t>18</a:t>
            </a:fld>
            <a:endParaRPr lang="en-US"/>
          </a:p>
        </p:txBody>
      </p:sp>
    </p:spTree>
    <p:extLst>
      <p:ext uri="{BB962C8B-B14F-4D97-AF65-F5344CB8AC3E}">
        <p14:creationId xmlns:p14="http://schemas.microsoft.com/office/powerpoint/2010/main" val="3265457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8935-F275-E0F1-A9F7-4170C231B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3ECCC-F1D6-3E57-5EDE-3AFBC8E05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CD513-C44E-117F-0D47-7DF2B6116A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73462-577A-AD6C-F346-C1EE3E28899E}"/>
              </a:ext>
            </a:extLst>
          </p:cNvPr>
          <p:cNvSpPr>
            <a:spLocks noGrp="1"/>
          </p:cNvSpPr>
          <p:nvPr>
            <p:ph type="sldNum" sz="quarter" idx="5"/>
          </p:nvPr>
        </p:nvSpPr>
        <p:spPr/>
        <p:txBody>
          <a:bodyPr/>
          <a:lstStyle/>
          <a:p>
            <a:fld id="{5E5535E0-CBDD-BC4C-BD4F-9919692E8FCF}" type="slidenum">
              <a:rPr lang="en-US" smtClean="0"/>
              <a:t>19</a:t>
            </a:fld>
            <a:endParaRPr lang="en-US"/>
          </a:p>
        </p:txBody>
      </p:sp>
    </p:spTree>
    <p:extLst>
      <p:ext uri="{BB962C8B-B14F-4D97-AF65-F5344CB8AC3E}">
        <p14:creationId xmlns:p14="http://schemas.microsoft.com/office/powerpoint/2010/main" val="4015703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B71D-20DA-05EC-681B-D1CED6939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74730-8540-6906-4609-FF6455B72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D67FC-2E34-8A6A-7BAD-A2C904851B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DE385-4818-32CB-A1DE-11C888477082}"/>
              </a:ext>
            </a:extLst>
          </p:cNvPr>
          <p:cNvSpPr>
            <a:spLocks noGrp="1"/>
          </p:cNvSpPr>
          <p:nvPr>
            <p:ph type="sldNum" sz="quarter" idx="5"/>
          </p:nvPr>
        </p:nvSpPr>
        <p:spPr/>
        <p:txBody>
          <a:bodyPr/>
          <a:lstStyle/>
          <a:p>
            <a:fld id="{5E5535E0-CBDD-BC4C-BD4F-9919692E8FCF}" type="slidenum">
              <a:rPr lang="en-US" smtClean="0"/>
              <a:t>20</a:t>
            </a:fld>
            <a:endParaRPr lang="en-US"/>
          </a:p>
        </p:txBody>
      </p:sp>
    </p:spTree>
    <p:extLst>
      <p:ext uri="{BB962C8B-B14F-4D97-AF65-F5344CB8AC3E}">
        <p14:creationId xmlns:p14="http://schemas.microsoft.com/office/powerpoint/2010/main" val="27555882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8" name="blue block">
            <a:extLst>
              <a:ext uri="{FF2B5EF4-FFF2-40B4-BE49-F238E27FC236}">
                <a16:creationId xmlns:a16="http://schemas.microsoft.com/office/drawing/2014/main" id="{68128951-97F9-C410-C621-C15AC74E85FA}"/>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range block">
            <a:extLst>
              <a:ext uri="{FF2B5EF4-FFF2-40B4-BE49-F238E27FC236}">
                <a16:creationId xmlns:a16="http://schemas.microsoft.com/office/drawing/2014/main" id="{0783AA32-CAC9-04CB-C310-32252AB9112F}"/>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pic>
        <p:nvPicPr>
          <p:cNvPr id="21" name="Picture 20">
            <a:extLst>
              <a:ext uri="{FF2B5EF4-FFF2-40B4-BE49-F238E27FC236}">
                <a16:creationId xmlns:a16="http://schemas.microsoft.com/office/drawing/2014/main" id="{5CA237F8-AC82-CF25-086A-E3BC2A95435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8949" t="27895"/>
          <a:stretch/>
        </p:blipFill>
        <p:spPr>
          <a:xfrm>
            <a:off x="-342900" y="-329352"/>
            <a:ext cx="3967840" cy="3153709"/>
          </a:xfrm>
          <a:prstGeom prst="rect">
            <a:avLst/>
          </a:prstGeom>
        </p:spPr>
      </p:pic>
      <p:pic>
        <p:nvPicPr>
          <p:cNvPr id="64" name="circle">
            <a:extLst>
              <a:ext uri="{FF2B5EF4-FFF2-40B4-BE49-F238E27FC236}">
                <a16:creationId xmlns:a16="http://schemas.microsoft.com/office/drawing/2014/main" id="{21CA8E12-4772-559D-5063-13B797B4236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43717"/>
          <a:stretch/>
        </p:blipFill>
        <p:spPr>
          <a:xfrm>
            <a:off x="10540341" y="528830"/>
            <a:ext cx="3523064" cy="3519163"/>
          </a:xfrm>
          <a:prstGeom prst="ellipse">
            <a:avLst/>
          </a:prstGeom>
        </p:spPr>
      </p:pic>
      <p:sp>
        <p:nvSpPr>
          <p:cNvPr id="3" name="Slide Number Placeholder 2">
            <a:extLst>
              <a:ext uri="{FF2B5EF4-FFF2-40B4-BE49-F238E27FC236}">
                <a16:creationId xmlns:a16="http://schemas.microsoft.com/office/drawing/2014/main" id="{916C3F48-F3C2-EB9E-FEBF-5EB7089A10EB}"/>
              </a:ext>
            </a:extLst>
          </p:cNvPr>
          <p:cNvSpPr>
            <a:spLocks noGrp="1"/>
          </p:cNvSpPr>
          <p:nvPr>
            <p:ph type="sldNum" sz="quarter" idx="10"/>
          </p:nvPr>
        </p:nvSpPr>
        <p:spPr/>
        <p:txBody>
          <a:bodyPr/>
          <a:lstStyle/>
          <a:p>
            <a:fld id="{2385DA76-2DD3-144A-9C84-6B8D9531DA2D}" type="slidenum">
              <a:rPr lang="en-US" smtClean="0"/>
              <a:pPr/>
              <a:t>‹#›</a:t>
            </a:fld>
            <a:endParaRPr lang="en-US" dirty="0"/>
          </a:p>
        </p:txBody>
      </p:sp>
      <p:pic>
        <p:nvPicPr>
          <p:cNvPr id="66" name="Illinois Wordmark" descr="Illinois Wordmark in orange and blue.">
            <a:extLst>
              <a:ext uri="{FF2B5EF4-FFF2-40B4-BE49-F238E27FC236}">
                <a16:creationId xmlns:a16="http://schemas.microsoft.com/office/drawing/2014/main" id="{9E993BF7-51DB-D26F-38B1-F846D97285C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429711" y="4316363"/>
            <a:ext cx="2666289" cy="458309"/>
          </a:xfrm>
          <a:prstGeom prst="rect">
            <a:avLst/>
          </a:prstGeom>
        </p:spPr>
      </p:pic>
      <p:sp>
        <p:nvSpPr>
          <p:cNvPr id="40" name="title">
            <a:extLst>
              <a:ext uri="{FF2B5EF4-FFF2-40B4-BE49-F238E27FC236}">
                <a16:creationId xmlns:a16="http://schemas.microsoft.com/office/drawing/2014/main" id="{42C60EB7-94F0-8B5A-4DB9-38E271B3CEAA}"/>
              </a:ext>
            </a:extLst>
          </p:cNvPr>
          <p:cNvSpPr txBox="1">
            <a:spLocks noGrp="1"/>
          </p:cNvSpPr>
          <p:nvPr>
            <p:ph type="ctrTitle"/>
          </p:nvPr>
        </p:nvSpPr>
        <p:spPr>
          <a:xfrm>
            <a:off x="2670053" y="1620963"/>
            <a:ext cx="6858877" cy="2427030"/>
          </a:xfrm>
          <a:prstGeom prst="rect">
            <a:avLst/>
          </a:prstGeom>
          <a:solidFill>
            <a:schemeClr val="bg1"/>
          </a:solidFill>
          <a:ln>
            <a:noFill/>
          </a:ln>
        </p:spPr>
        <p:txBody>
          <a:bodyPr spcFirstLastPara="1" wrap="square" lIns="91425" tIns="91425" rIns="91425" bIns="91425" anchor="b" anchorCtr="0">
            <a:noAutofit/>
          </a:bodyPr>
          <a:lstStyle>
            <a:lvl1pPr>
              <a:defRPr sz="6000" b="1" i="0">
                <a:latin typeface="Arial Black" panose="020B0604020202020204" pitchFamily="34" charset="0"/>
                <a:cs typeface="Arial Black" panose="020B0604020202020204" pitchFamily="34" charset="0"/>
              </a:defRPr>
            </a:lvl1pPr>
          </a:lstStyle>
          <a:p>
            <a:pPr marL="0" lvl="0" indent="0" algn="ctr" rtl="0">
              <a:spcBef>
                <a:spcPts val="0"/>
              </a:spcBef>
              <a:spcAft>
                <a:spcPts val="0"/>
              </a:spcAft>
              <a:buNone/>
            </a:pPr>
            <a:endParaRPr lang="en-US" b="0" dirty="0"/>
          </a:p>
        </p:txBody>
      </p:sp>
      <p:pic>
        <p:nvPicPr>
          <p:cNvPr id="2" name="Picture 1">
            <a:extLst>
              <a:ext uri="{FF2B5EF4-FFF2-40B4-BE49-F238E27FC236}">
                <a16:creationId xmlns:a16="http://schemas.microsoft.com/office/drawing/2014/main" id="{C1E55DCF-BBDB-1475-C5FA-354C77CA95C5}"/>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rot="13472264">
            <a:off x="9922312" y="1850965"/>
            <a:ext cx="4178152" cy="5575466"/>
          </a:xfrm>
          <a:prstGeom prst="rect">
            <a:avLst/>
          </a:prstGeom>
        </p:spPr>
      </p:pic>
      <p:sp>
        <p:nvSpPr>
          <p:cNvPr id="5" name="Text Placeholder 41">
            <a:extLst>
              <a:ext uri="{FF2B5EF4-FFF2-40B4-BE49-F238E27FC236}">
                <a16:creationId xmlns:a16="http://schemas.microsoft.com/office/drawing/2014/main" id="{D77FC7C2-C53A-4166-9AE3-4D37C1DE939C}"/>
              </a:ext>
            </a:extLst>
          </p:cNvPr>
          <p:cNvSpPr>
            <a:spLocks noGrp="1"/>
          </p:cNvSpPr>
          <p:nvPr>
            <p:ph type="body" sz="quarter" idx="13"/>
          </p:nvPr>
        </p:nvSpPr>
        <p:spPr>
          <a:xfrm>
            <a:off x="6669599" y="4316363"/>
            <a:ext cx="2006397" cy="458309"/>
          </a:xfrm>
          <a:noFill/>
        </p:spPr>
        <p:txBody>
          <a:bodyPr>
            <a:noAutofit/>
          </a:bodyPr>
          <a:lstStyle>
            <a:lvl1pPr marL="0" indent="0" algn="l">
              <a:lnSpc>
                <a:spcPct val="100000"/>
              </a:lnSpc>
              <a:spcBef>
                <a:spcPts val="200"/>
              </a:spcBef>
              <a:buNone/>
              <a:defRPr sz="1200" b="0" i="1" u="none">
                <a:solidFill>
                  <a:srgbClr val="12284B"/>
                </a:solidFill>
                <a:latin typeface="Arial" panose="020B0604020202020204" pitchFamily="34" charset="0"/>
                <a:cs typeface="Arial" panose="020B0604020202020204" pitchFamily="34" charset="0"/>
              </a:defRPr>
            </a:lvl1pPr>
          </a:lstStyle>
          <a:p>
            <a:pPr lvl="0"/>
            <a:endParaRPr lang="en-US" dirty="0"/>
          </a:p>
        </p:txBody>
      </p:sp>
      <p:cxnSp>
        <p:nvCxnSpPr>
          <p:cNvPr id="6" name="Straight Connector 5">
            <a:extLst>
              <a:ext uri="{FF2B5EF4-FFF2-40B4-BE49-F238E27FC236}">
                <a16:creationId xmlns:a16="http://schemas.microsoft.com/office/drawing/2014/main" id="{1BF7A5F8-04F1-9CDD-AF2B-6CB4A620ADF5}"/>
              </a:ext>
            </a:extLst>
          </p:cNvPr>
          <p:cNvCxnSpPr/>
          <p:nvPr userDrawn="1"/>
        </p:nvCxnSpPr>
        <p:spPr>
          <a:xfrm>
            <a:off x="6382799" y="4316363"/>
            <a:ext cx="0" cy="458309"/>
          </a:xfrm>
          <a:prstGeom prst="line">
            <a:avLst/>
          </a:prstGeom>
          <a:ln w="19050">
            <a:solidFill>
              <a:srgbClr val="12284B"/>
            </a:solidFill>
          </a:ln>
        </p:spPr>
        <p:style>
          <a:lnRef idx="1">
            <a:schemeClr val="accent1"/>
          </a:lnRef>
          <a:fillRef idx="0">
            <a:schemeClr val="accent1"/>
          </a:fillRef>
          <a:effectRef idx="0">
            <a:schemeClr val="accent1"/>
          </a:effectRef>
          <a:fontRef idx="minor">
            <a:schemeClr val="tx1"/>
          </a:fontRef>
        </p:style>
      </p:cxnSp>
      <p:sp>
        <p:nvSpPr>
          <p:cNvPr id="7" name="Text Placeholder 41">
            <a:extLst>
              <a:ext uri="{FF2B5EF4-FFF2-40B4-BE49-F238E27FC236}">
                <a16:creationId xmlns:a16="http://schemas.microsoft.com/office/drawing/2014/main" id="{FA17BD45-4E86-CBD6-AF50-070C78D9B00D}"/>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00574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43" name="Text Placeholder 37">
            <a:extLst>
              <a:ext uri="{FF2B5EF4-FFF2-40B4-BE49-F238E27FC236}">
                <a16:creationId xmlns:a16="http://schemas.microsoft.com/office/drawing/2014/main" id="{56948954-0846-BAC1-AE43-AF18DB5C8E6E}"/>
              </a:ext>
            </a:extLst>
          </p:cNvPr>
          <p:cNvSpPr>
            <a:spLocks noGrp="1"/>
          </p:cNvSpPr>
          <p:nvPr>
            <p:ph type="body" sz="quarter" idx="22"/>
          </p:nvPr>
        </p:nvSpPr>
        <p:spPr>
          <a:xfrm>
            <a:off x="9448066" y="3924300"/>
            <a:ext cx="1805722" cy="1190625"/>
          </a:xfrm>
        </p:spPr>
        <p:txBody>
          <a:bodyPr>
            <a:normAutofit/>
          </a:bodyPr>
          <a:lstStyle>
            <a:lvl1pPr marL="0" indent="0">
              <a:buNone/>
              <a:defRPr lang="en-US" sz="1400" b="0" i="0" kern="1200" dirty="0">
                <a:solidFill>
                  <a:schemeClr val="tx1"/>
                </a:solidFill>
                <a:latin typeface="Georgia" panose="02040502050405020303" pitchFamily="18" charset="0"/>
                <a:ea typeface="Source Sans Pro" panose="020B0503030403020204" pitchFamily="34" charset="0"/>
                <a:cs typeface="Arial" panose="020B0604020202020204" pitchFamily="34" charset="0"/>
              </a:defRPr>
            </a:lvl1pPr>
          </a:lstStyle>
          <a:p>
            <a:pPr lvl="0"/>
            <a:r>
              <a:rPr lang="en-US" dirty="0"/>
              <a:t>Click to edit Master text styles</a:t>
            </a:r>
          </a:p>
        </p:txBody>
      </p:sp>
      <p:sp>
        <p:nvSpPr>
          <p:cNvPr id="31" name="Text Placeholder 41">
            <a:extLst>
              <a:ext uri="{FF2B5EF4-FFF2-40B4-BE49-F238E27FC236}">
                <a16:creationId xmlns:a16="http://schemas.microsoft.com/office/drawing/2014/main" id="{BE885F7B-CFAE-1875-7D4B-406604399F4E}"/>
              </a:ext>
            </a:extLst>
          </p:cNvPr>
          <p:cNvSpPr>
            <a:spLocks noGrp="1"/>
          </p:cNvSpPr>
          <p:nvPr>
            <p:ph type="body" sz="quarter" idx="17"/>
          </p:nvPr>
        </p:nvSpPr>
        <p:spPr>
          <a:xfrm>
            <a:off x="9448800" y="3497152"/>
            <a:ext cx="1805722" cy="264615"/>
          </a:xfrm>
          <a:solidFill>
            <a:srgbClr val="12284B"/>
          </a:solidFill>
        </p:spPr>
        <p:txBody>
          <a:bodyPr>
            <a:noAutofit/>
          </a:bodyPr>
          <a:lstStyle>
            <a:lvl1pPr marL="0" indent="0" algn="ctr">
              <a:buNone/>
              <a:defRPr lang="en-US" sz="1400" b="1" i="0" kern="1200" dirty="0">
                <a:solidFill>
                  <a:schemeClr val="bg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36" name="Title Placeholder 1">
            <a:extLst>
              <a:ext uri="{FF2B5EF4-FFF2-40B4-BE49-F238E27FC236}">
                <a16:creationId xmlns:a16="http://schemas.microsoft.com/office/drawing/2014/main" id="{DF0A90E8-44EA-3EC5-F869-C5E83F0FA87E}"/>
              </a:ext>
            </a:extLst>
          </p:cNvPr>
          <p:cNvSpPr txBox="1">
            <a:spLocks/>
          </p:cNvSpPr>
          <p:nvPr userDrawn="1"/>
        </p:nvSpPr>
        <p:spPr>
          <a:xfrm>
            <a:off x="9817795" y="2176229"/>
            <a:ext cx="1067732" cy="10677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rgbClr val="12284B"/>
                </a:solidFill>
                <a:latin typeface="Montserrat Black" pitchFamily="2" charset="77"/>
                <a:ea typeface="+mj-ea"/>
                <a:cs typeface="+mj-cs"/>
              </a:defRPr>
            </a:lvl1pPr>
          </a:lstStyle>
          <a:p>
            <a:pPr algn="ctr"/>
            <a:r>
              <a:rPr lang="en-US" sz="8000" b="1" i="1" dirty="0">
                <a:solidFill>
                  <a:srgbClr val="FF5F03"/>
                </a:solidFill>
                <a:latin typeface="Georgia" panose="02040502050405020303" pitchFamily="18" charset="0"/>
              </a:rPr>
              <a:t>5</a:t>
            </a:r>
          </a:p>
        </p:txBody>
      </p:sp>
      <p:sp>
        <p:nvSpPr>
          <p:cNvPr id="30" name="Text Placeholder 41">
            <a:extLst>
              <a:ext uri="{FF2B5EF4-FFF2-40B4-BE49-F238E27FC236}">
                <a16:creationId xmlns:a16="http://schemas.microsoft.com/office/drawing/2014/main" id="{0DEF7BEF-F09A-861B-5648-C7A737C95484}"/>
              </a:ext>
            </a:extLst>
          </p:cNvPr>
          <p:cNvSpPr>
            <a:spLocks noGrp="1"/>
          </p:cNvSpPr>
          <p:nvPr>
            <p:ph type="body" sz="quarter" idx="16"/>
          </p:nvPr>
        </p:nvSpPr>
        <p:spPr>
          <a:xfrm>
            <a:off x="7296150" y="3497152"/>
            <a:ext cx="1805722" cy="264615"/>
          </a:xfrm>
          <a:solidFill>
            <a:srgbClr val="12284B"/>
          </a:solidFill>
        </p:spPr>
        <p:txBody>
          <a:bodyPr>
            <a:noAutofit/>
          </a:bodyPr>
          <a:lstStyle>
            <a:lvl1pPr marL="0" indent="0" algn="ctr">
              <a:buNone/>
              <a:defRPr lang="en-US" sz="1400" b="1" i="0" kern="1200" dirty="0">
                <a:solidFill>
                  <a:schemeClr val="bg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41" name="Text Placeholder 37">
            <a:extLst>
              <a:ext uri="{FF2B5EF4-FFF2-40B4-BE49-F238E27FC236}">
                <a16:creationId xmlns:a16="http://schemas.microsoft.com/office/drawing/2014/main" id="{DBDC40AC-B6A8-BAC3-7952-5202FBDE3767}"/>
              </a:ext>
            </a:extLst>
          </p:cNvPr>
          <p:cNvSpPr>
            <a:spLocks noGrp="1"/>
          </p:cNvSpPr>
          <p:nvPr>
            <p:ph type="body" sz="quarter" idx="21"/>
          </p:nvPr>
        </p:nvSpPr>
        <p:spPr>
          <a:xfrm>
            <a:off x="7295416" y="3914775"/>
            <a:ext cx="1805722" cy="1190625"/>
          </a:xfrm>
        </p:spPr>
        <p:txBody>
          <a:bodyPr>
            <a:normAutofit/>
          </a:bodyPr>
          <a:lstStyle>
            <a:lvl1pPr marL="0" indent="0">
              <a:buNone/>
              <a:defRPr lang="en-US" sz="1400" b="0" i="0" kern="1200" dirty="0">
                <a:solidFill>
                  <a:schemeClr val="tx1"/>
                </a:solidFill>
                <a:latin typeface="Georgia" panose="02040502050405020303" pitchFamily="18" charset="0"/>
                <a:ea typeface="Source Sans Pro" panose="020B0503030403020204" pitchFamily="34" charset="0"/>
                <a:cs typeface="Arial" panose="020B0604020202020204" pitchFamily="34" charset="0"/>
              </a:defRPr>
            </a:lvl1pPr>
          </a:lstStyle>
          <a:p>
            <a:pPr lvl="0"/>
            <a:r>
              <a:rPr lang="en-US" dirty="0"/>
              <a:t>Click to edit Master text styles</a:t>
            </a:r>
          </a:p>
        </p:txBody>
      </p:sp>
      <p:sp>
        <p:nvSpPr>
          <p:cNvPr id="35" name="Title Placeholder 1">
            <a:extLst>
              <a:ext uri="{FF2B5EF4-FFF2-40B4-BE49-F238E27FC236}">
                <a16:creationId xmlns:a16="http://schemas.microsoft.com/office/drawing/2014/main" id="{A3404D82-CDC0-1D6E-1309-4569E98CF5B4}"/>
              </a:ext>
            </a:extLst>
          </p:cNvPr>
          <p:cNvSpPr txBox="1">
            <a:spLocks/>
          </p:cNvSpPr>
          <p:nvPr userDrawn="1"/>
        </p:nvSpPr>
        <p:spPr>
          <a:xfrm>
            <a:off x="7665145" y="2176229"/>
            <a:ext cx="1067732" cy="10677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rgbClr val="12284B"/>
                </a:solidFill>
                <a:latin typeface="Montserrat Black" pitchFamily="2" charset="77"/>
                <a:ea typeface="+mj-ea"/>
                <a:cs typeface="+mj-cs"/>
              </a:defRPr>
            </a:lvl1pPr>
          </a:lstStyle>
          <a:p>
            <a:pPr marL="0" algn="ctr" defTabSz="914400" rtl="0" eaLnBrk="1" latinLnBrk="0" hangingPunct="1">
              <a:lnSpc>
                <a:spcPct val="90000"/>
              </a:lnSpc>
              <a:spcBef>
                <a:spcPct val="0"/>
              </a:spcBef>
              <a:buNone/>
            </a:pPr>
            <a:r>
              <a:rPr lang="en-US" sz="8000" b="1" i="1" kern="1200" dirty="0">
                <a:solidFill>
                  <a:srgbClr val="FF5F03"/>
                </a:solidFill>
                <a:latin typeface="Georgia" panose="02040502050405020303" pitchFamily="18" charset="0"/>
                <a:ea typeface="+mj-ea"/>
                <a:cs typeface="+mj-cs"/>
              </a:rPr>
              <a:t>4</a:t>
            </a:r>
          </a:p>
        </p:txBody>
      </p:sp>
      <p:sp>
        <p:nvSpPr>
          <p:cNvPr id="40" name="Text Placeholder 37">
            <a:extLst>
              <a:ext uri="{FF2B5EF4-FFF2-40B4-BE49-F238E27FC236}">
                <a16:creationId xmlns:a16="http://schemas.microsoft.com/office/drawing/2014/main" id="{BDEFECC9-B9CF-41F2-8D59-74936AC74E80}"/>
              </a:ext>
            </a:extLst>
          </p:cNvPr>
          <p:cNvSpPr>
            <a:spLocks noGrp="1"/>
          </p:cNvSpPr>
          <p:nvPr>
            <p:ph type="body" sz="quarter" idx="20"/>
          </p:nvPr>
        </p:nvSpPr>
        <p:spPr>
          <a:xfrm>
            <a:off x="5142766" y="3905250"/>
            <a:ext cx="1805722" cy="1190625"/>
          </a:xfrm>
        </p:spPr>
        <p:txBody>
          <a:bodyPr>
            <a:normAutofit/>
          </a:bodyPr>
          <a:lstStyle>
            <a:lvl1pPr marL="0" indent="0">
              <a:buNone/>
              <a:defRPr lang="en-US" sz="1400" b="0" i="0" kern="1200" dirty="0">
                <a:solidFill>
                  <a:schemeClr val="tx1"/>
                </a:solidFill>
                <a:latin typeface="Georgia" panose="02040502050405020303" pitchFamily="18" charset="0"/>
                <a:ea typeface="Source Sans Pro" panose="020B0503030403020204" pitchFamily="34" charset="0"/>
                <a:cs typeface="Arial" panose="020B0604020202020204" pitchFamily="34" charset="0"/>
              </a:defRPr>
            </a:lvl1pPr>
          </a:lstStyle>
          <a:p>
            <a:pPr lvl="0"/>
            <a:r>
              <a:rPr lang="en-US" dirty="0"/>
              <a:t>Click to edit Master text styles</a:t>
            </a:r>
          </a:p>
        </p:txBody>
      </p:sp>
      <p:sp>
        <p:nvSpPr>
          <p:cNvPr id="26" name="Text Placeholder 41">
            <a:extLst>
              <a:ext uri="{FF2B5EF4-FFF2-40B4-BE49-F238E27FC236}">
                <a16:creationId xmlns:a16="http://schemas.microsoft.com/office/drawing/2014/main" id="{1C3A3430-9FEA-0185-4BFD-9EFBBB2DF80B}"/>
              </a:ext>
            </a:extLst>
          </p:cNvPr>
          <p:cNvSpPr>
            <a:spLocks noGrp="1"/>
          </p:cNvSpPr>
          <p:nvPr>
            <p:ph type="body" sz="quarter" idx="15"/>
          </p:nvPr>
        </p:nvSpPr>
        <p:spPr>
          <a:xfrm>
            <a:off x="5143500" y="3506677"/>
            <a:ext cx="1805722" cy="264615"/>
          </a:xfrm>
          <a:solidFill>
            <a:srgbClr val="12284B"/>
          </a:solidFill>
        </p:spPr>
        <p:txBody>
          <a:bodyPr>
            <a:noAutofit/>
          </a:bodyPr>
          <a:lstStyle>
            <a:lvl1pPr marL="0" indent="0" algn="ctr">
              <a:buNone/>
              <a:defRPr lang="en-US" sz="1400" b="1" i="0" kern="1200" dirty="0">
                <a:solidFill>
                  <a:schemeClr val="bg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34" name="Title Placeholder 1">
            <a:extLst>
              <a:ext uri="{FF2B5EF4-FFF2-40B4-BE49-F238E27FC236}">
                <a16:creationId xmlns:a16="http://schemas.microsoft.com/office/drawing/2014/main" id="{64E49017-309D-F9B6-E167-65AC5E361626}"/>
              </a:ext>
            </a:extLst>
          </p:cNvPr>
          <p:cNvSpPr txBox="1">
            <a:spLocks/>
          </p:cNvSpPr>
          <p:nvPr userDrawn="1"/>
        </p:nvSpPr>
        <p:spPr>
          <a:xfrm>
            <a:off x="5512495" y="2176229"/>
            <a:ext cx="1067732" cy="10677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rgbClr val="12284B"/>
                </a:solidFill>
                <a:latin typeface="Montserrat Black" pitchFamily="2" charset="77"/>
                <a:ea typeface="+mj-ea"/>
                <a:cs typeface="+mj-cs"/>
              </a:defRPr>
            </a:lvl1pPr>
          </a:lstStyle>
          <a:p>
            <a:pPr marL="0" algn="ctr" defTabSz="914400" rtl="0" eaLnBrk="1" latinLnBrk="0" hangingPunct="1">
              <a:lnSpc>
                <a:spcPct val="90000"/>
              </a:lnSpc>
              <a:spcBef>
                <a:spcPct val="0"/>
              </a:spcBef>
              <a:buNone/>
            </a:pPr>
            <a:r>
              <a:rPr lang="en-US" sz="8000" b="1" i="1" kern="1200" dirty="0">
                <a:solidFill>
                  <a:srgbClr val="FF5F03"/>
                </a:solidFill>
                <a:latin typeface="Georgia" panose="02040502050405020303" pitchFamily="18" charset="0"/>
                <a:ea typeface="+mj-ea"/>
                <a:cs typeface="+mj-cs"/>
              </a:rPr>
              <a:t>3</a:t>
            </a:r>
          </a:p>
        </p:txBody>
      </p:sp>
      <p:sp>
        <p:nvSpPr>
          <p:cNvPr id="39" name="Text Placeholder 37">
            <a:extLst>
              <a:ext uri="{FF2B5EF4-FFF2-40B4-BE49-F238E27FC236}">
                <a16:creationId xmlns:a16="http://schemas.microsoft.com/office/drawing/2014/main" id="{FA5429D9-216E-5AD9-7E6B-E1FB0C045EBA}"/>
              </a:ext>
            </a:extLst>
          </p:cNvPr>
          <p:cNvSpPr>
            <a:spLocks noGrp="1"/>
          </p:cNvSpPr>
          <p:nvPr>
            <p:ph type="body" sz="quarter" idx="19"/>
          </p:nvPr>
        </p:nvSpPr>
        <p:spPr>
          <a:xfrm>
            <a:off x="2990116" y="3895725"/>
            <a:ext cx="1805722" cy="1190625"/>
          </a:xfrm>
        </p:spPr>
        <p:txBody>
          <a:bodyPr>
            <a:normAutofit/>
          </a:bodyPr>
          <a:lstStyle>
            <a:lvl1pPr marL="0" indent="0">
              <a:buNone/>
              <a:defRPr lang="en-US" sz="1400" b="0" i="0" kern="1200" dirty="0">
                <a:solidFill>
                  <a:schemeClr val="tx1"/>
                </a:solidFill>
                <a:latin typeface="Georgia" panose="02040502050405020303" pitchFamily="18" charset="0"/>
                <a:ea typeface="Source Sans Pro" panose="020B0503030403020204" pitchFamily="34" charset="0"/>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23" name="Text Placeholder 41">
            <a:extLst>
              <a:ext uri="{FF2B5EF4-FFF2-40B4-BE49-F238E27FC236}">
                <a16:creationId xmlns:a16="http://schemas.microsoft.com/office/drawing/2014/main" id="{3D5D2BB4-ADC1-A7D7-A4FE-8984C39EDEBA}"/>
              </a:ext>
            </a:extLst>
          </p:cNvPr>
          <p:cNvSpPr>
            <a:spLocks noGrp="1"/>
          </p:cNvSpPr>
          <p:nvPr>
            <p:ph type="body" sz="quarter" idx="14"/>
          </p:nvPr>
        </p:nvSpPr>
        <p:spPr>
          <a:xfrm>
            <a:off x="2990850" y="3506677"/>
            <a:ext cx="1805722" cy="264615"/>
          </a:xfrm>
          <a:solidFill>
            <a:srgbClr val="12284B"/>
          </a:solidFill>
        </p:spPr>
        <p:txBody>
          <a:bodyPr>
            <a:noAutofit/>
          </a:bodyPr>
          <a:lstStyle>
            <a:lvl1pPr marL="0" indent="0" algn="ctr">
              <a:buNone/>
              <a:defRPr lang="en-US" sz="1400" b="1" i="0" kern="1200" dirty="0">
                <a:solidFill>
                  <a:schemeClr val="bg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33" name="Title Placeholder 1">
            <a:extLst>
              <a:ext uri="{FF2B5EF4-FFF2-40B4-BE49-F238E27FC236}">
                <a16:creationId xmlns:a16="http://schemas.microsoft.com/office/drawing/2014/main" id="{E9DA12E8-A742-A6F7-40A2-E1371491A0B5}"/>
              </a:ext>
            </a:extLst>
          </p:cNvPr>
          <p:cNvSpPr txBox="1">
            <a:spLocks/>
          </p:cNvSpPr>
          <p:nvPr userDrawn="1"/>
        </p:nvSpPr>
        <p:spPr>
          <a:xfrm>
            <a:off x="3359845" y="2176229"/>
            <a:ext cx="1067732" cy="10677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rgbClr val="12284B"/>
                </a:solidFill>
                <a:latin typeface="Montserrat Black" pitchFamily="2" charset="77"/>
                <a:ea typeface="+mj-ea"/>
                <a:cs typeface="+mj-cs"/>
              </a:defRPr>
            </a:lvl1pPr>
          </a:lstStyle>
          <a:p>
            <a:pPr algn="ctr"/>
            <a:r>
              <a:rPr lang="en-US" sz="8000" b="1" i="1" dirty="0">
                <a:solidFill>
                  <a:srgbClr val="FF5F03"/>
                </a:solidFill>
                <a:latin typeface="Georgia" panose="02040502050405020303" pitchFamily="18" charset="0"/>
              </a:rPr>
              <a:t>2</a:t>
            </a:r>
          </a:p>
        </p:txBody>
      </p:sp>
      <p:sp>
        <p:nvSpPr>
          <p:cNvPr id="38" name="Text Placeholder 37">
            <a:extLst>
              <a:ext uri="{FF2B5EF4-FFF2-40B4-BE49-F238E27FC236}">
                <a16:creationId xmlns:a16="http://schemas.microsoft.com/office/drawing/2014/main" id="{4ADA9A29-625B-EE3C-3663-7559FD2C1E15}"/>
              </a:ext>
            </a:extLst>
          </p:cNvPr>
          <p:cNvSpPr>
            <a:spLocks noGrp="1"/>
          </p:cNvSpPr>
          <p:nvPr>
            <p:ph type="body" sz="quarter" idx="18"/>
          </p:nvPr>
        </p:nvSpPr>
        <p:spPr>
          <a:xfrm>
            <a:off x="837466" y="3895725"/>
            <a:ext cx="1805722" cy="1190625"/>
          </a:xfrm>
        </p:spPr>
        <p:txBody>
          <a:bodyPr>
            <a:normAutofit/>
          </a:bodyPr>
          <a:lstStyle>
            <a:lvl1pPr marL="0" indent="0">
              <a:buNone/>
              <a:defRPr sz="1400" b="0" i="0">
                <a:latin typeface="Georgia" panose="02040502050405020303" pitchFamily="18" charset="0"/>
              </a:defRPr>
            </a:lvl1pPr>
          </a:lstStyle>
          <a:p>
            <a:pPr lvl="0"/>
            <a:r>
              <a:rPr lang="en-US" dirty="0"/>
              <a:t>Click to edit Master text styles</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0" y="3497152"/>
            <a:ext cx="1805722" cy="264615"/>
          </a:xfrm>
          <a:solidFill>
            <a:srgbClr val="12284B"/>
          </a:solid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
        <p:nvSpPr>
          <p:cNvPr id="32" name="Title Placeholder 1">
            <a:extLst>
              <a:ext uri="{FF2B5EF4-FFF2-40B4-BE49-F238E27FC236}">
                <a16:creationId xmlns:a16="http://schemas.microsoft.com/office/drawing/2014/main" id="{9A162DEA-6B87-C8BA-5FE6-F2AA74263AAD}"/>
              </a:ext>
            </a:extLst>
          </p:cNvPr>
          <p:cNvSpPr txBox="1">
            <a:spLocks/>
          </p:cNvSpPr>
          <p:nvPr userDrawn="1"/>
        </p:nvSpPr>
        <p:spPr>
          <a:xfrm>
            <a:off x="1207195" y="2176229"/>
            <a:ext cx="1067732" cy="10677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rgbClr val="12284B"/>
                </a:solidFill>
                <a:latin typeface="Montserrat Black" pitchFamily="2" charset="77"/>
                <a:ea typeface="+mj-ea"/>
                <a:cs typeface="+mj-cs"/>
              </a:defRPr>
            </a:lvl1pPr>
          </a:lstStyle>
          <a:p>
            <a:pPr algn="ctr"/>
            <a:r>
              <a:rPr lang="en-US" sz="8000" b="1" i="1" dirty="0">
                <a:solidFill>
                  <a:srgbClr val="FF5F03"/>
                </a:solidFill>
                <a:latin typeface="Georgia" panose="02040502050405020303" pitchFamily="18" charset="0"/>
                <a:cs typeface="Arial" panose="020B0604020202020204" pitchFamily="34" charset="0"/>
              </a:rPr>
              <a:t>1</a:t>
            </a:r>
          </a:p>
        </p:txBody>
      </p:sp>
      <p:sp>
        <p:nvSpPr>
          <p:cNvPr id="22" name="Title Placeholder 1">
            <a:extLst>
              <a:ext uri="{FF2B5EF4-FFF2-40B4-BE49-F238E27FC236}">
                <a16:creationId xmlns:a16="http://schemas.microsoft.com/office/drawing/2014/main" id="{067F0DDB-43D4-C36D-4EDB-2F8E45670426}"/>
              </a:ext>
            </a:extLst>
          </p:cNvPr>
          <p:cNvSpPr>
            <a:spLocks noGrp="1"/>
          </p:cNvSpPr>
          <p:nvPr>
            <p:ph type="title"/>
          </p:nvPr>
        </p:nvSpPr>
        <p:spPr>
          <a:xfrm>
            <a:off x="838200" y="734889"/>
            <a:ext cx="10415588" cy="599096"/>
          </a:xfrm>
          <a:prstGeom prst="rect">
            <a:avLst/>
          </a:prstGeom>
        </p:spPr>
        <p:txBody>
          <a:bodyPr vert="horz" lIns="91440" tIns="45720" rIns="91440" bIns="45720" rtlCol="0" anchor="ctr">
            <a:normAutofit/>
          </a:bodyPr>
          <a:lstStyle>
            <a:lvl1pPr>
              <a:defRPr b="1" i="0">
                <a:solidFill>
                  <a:srgbClr val="12284B"/>
                </a:solidFill>
                <a:latin typeface="Arial Black" panose="020B0604020202020204" pitchFamily="34" charset="0"/>
                <a:cs typeface="Arial Black" panose="020B0604020202020204" pitchFamily="34" charset="0"/>
              </a:defRPr>
            </a:lvl1pPr>
          </a:lstStyle>
          <a:p>
            <a:r>
              <a:rPr lang="en-US" dirty="0"/>
              <a:t>Click to edit Master title style</a:t>
            </a:r>
          </a:p>
        </p:txBody>
      </p:sp>
      <p:pic>
        <p:nvPicPr>
          <p:cNvPr id="3" name="Picture 2">
            <a:extLst>
              <a:ext uri="{FF2B5EF4-FFF2-40B4-BE49-F238E27FC236}">
                <a16:creationId xmlns:a16="http://schemas.microsoft.com/office/drawing/2014/main" id="{03C6DB0C-05B6-BB99-AB01-369359CA5646}"/>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6200000">
            <a:off x="10799897" y="222680"/>
            <a:ext cx="1701802" cy="512521"/>
          </a:xfrm>
          <a:prstGeom prst="rect">
            <a:avLst/>
          </a:prstGeom>
        </p:spPr>
      </p:pic>
      <p:sp>
        <p:nvSpPr>
          <p:cNvPr id="7" name="blue block">
            <a:extLst>
              <a:ext uri="{FF2B5EF4-FFF2-40B4-BE49-F238E27FC236}">
                <a16:creationId xmlns:a16="http://schemas.microsoft.com/office/drawing/2014/main" id="{EE1DAFF9-C7BE-D602-A0A1-CC71612672D7}"/>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orange block">
            <a:extLst>
              <a:ext uri="{FF2B5EF4-FFF2-40B4-BE49-F238E27FC236}">
                <a16:creationId xmlns:a16="http://schemas.microsoft.com/office/drawing/2014/main" id="{30922DAD-1D1F-DFF0-A93D-B53804901A7D}"/>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2A612436-B3A4-5EFF-FA0C-4FAEB9F6C853}"/>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395465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2132831" y="1873878"/>
            <a:ext cx="3905723" cy="3901398"/>
          </a:xfrm>
          <a:prstGeom prst="ellipse">
            <a:avLst/>
          </a:prstGeom>
        </p:spPr>
      </p:pic>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sp>
        <p:nvSpPr>
          <p:cNvPr id="13" name="Picture Placeholder 12">
            <a:extLst>
              <a:ext uri="{FF2B5EF4-FFF2-40B4-BE49-F238E27FC236}">
                <a16:creationId xmlns:a16="http://schemas.microsoft.com/office/drawing/2014/main" id="{4C78AB50-CEFC-7651-9C25-ED53A9045D22}"/>
              </a:ext>
            </a:extLst>
          </p:cNvPr>
          <p:cNvSpPr>
            <a:spLocks noGrp="1"/>
          </p:cNvSpPr>
          <p:nvPr>
            <p:ph type="pic" sz="quarter" idx="15"/>
          </p:nvPr>
        </p:nvSpPr>
        <p:spPr>
          <a:xfrm>
            <a:off x="1567705" y="1573752"/>
            <a:ext cx="4027389" cy="4027389"/>
          </a:xfrm>
          <a:prstGeom prst="ellipse">
            <a:avLst/>
          </a:prstGeom>
        </p:spPr>
        <p:txBody>
          <a:bodyPr/>
          <a:lstStyle/>
          <a:p>
            <a:endParaRPr lang="en-US" dirty="0"/>
          </a:p>
        </p:txBody>
      </p:sp>
      <p:sp>
        <p:nvSpPr>
          <p:cNvPr id="11" name="Content Placeholder 3">
            <a:extLst>
              <a:ext uri="{FF2B5EF4-FFF2-40B4-BE49-F238E27FC236}">
                <a16:creationId xmlns:a16="http://schemas.microsoft.com/office/drawing/2014/main" id="{87650E91-793E-CDF0-067F-19275C73E467}"/>
              </a:ext>
            </a:extLst>
          </p:cNvPr>
          <p:cNvSpPr>
            <a:spLocks noGrp="1"/>
          </p:cNvSpPr>
          <p:nvPr>
            <p:ph sz="half" idx="14"/>
          </p:nvPr>
        </p:nvSpPr>
        <p:spPr>
          <a:xfrm>
            <a:off x="6451833" y="2931159"/>
            <a:ext cx="3597872" cy="2669982"/>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6451834" y="2258030"/>
            <a:ext cx="3597871" cy="527241"/>
          </a:xfrm>
          <a:solidFill>
            <a:srgbClr val="FF5F03"/>
          </a:solidFill>
        </p:spPr>
        <p:txBody>
          <a:bodyPr>
            <a:noAutofit/>
          </a:bodyPr>
          <a:lstStyle>
            <a:lvl1pPr marL="0" indent="0">
              <a:buNone/>
              <a:defRPr sz="28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endParaRPr lang="en-US" dirty="0"/>
          </a:p>
        </p:txBody>
      </p:sp>
      <p:pic>
        <p:nvPicPr>
          <p:cNvPr id="5" name="Picture 4">
            <a:extLst>
              <a:ext uri="{FF2B5EF4-FFF2-40B4-BE49-F238E27FC236}">
                <a16:creationId xmlns:a16="http://schemas.microsoft.com/office/drawing/2014/main" id="{40B3EEC2-EDDE-B7A7-C48E-0E4B88203AD9}"/>
              </a:ext>
              <a:ext uri="{C183D7F6-B498-43B3-948B-1728B52AA6E4}">
                <adec:decorative xmlns:adec="http://schemas.microsoft.com/office/drawing/2017/decorative" val="1"/>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6200000">
            <a:off x="10799897" y="222680"/>
            <a:ext cx="1701802" cy="512521"/>
          </a:xfrm>
          <a:prstGeom prst="rect">
            <a:avLst/>
          </a:prstGeom>
        </p:spPr>
      </p:pic>
      <p:sp>
        <p:nvSpPr>
          <p:cNvPr id="8" name="blue block">
            <a:extLst>
              <a:ext uri="{FF2B5EF4-FFF2-40B4-BE49-F238E27FC236}">
                <a16:creationId xmlns:a16="http://schemas.microsoft.com/office/drawing/2014/main" id="{5B584506-9787-ABFC-1C81-4CDBFEF9AA42}"/>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range block">
            <a:extLst>
              <a:ext uri="{FF2B5EF4-FFF2-40B4-BE49-F238E27FC236}">
                <a16:creationId xmlns:a16="http://schemas.microsoft.com/office/drawing/2014/main" id="{C34DFD75-9757-0F21-B22B-DB9D890537DC}"/>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0" name="Text Placeholder 41">
            <a:extLst>
              <a:ext uri="{FF2B5EF4-FFF2-40B4-BE49-F238E27FC236}">
                <a16:creationId xmlns:a16="http://schemas.microsoft.com/office/drawing/2014/main" id="{1BF49AA5-57C6-7DB8-5CD9-040D17D5B6FF}"/>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966526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eakers (2)">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2499169" y="2062736"/>
            <a:ext cx="2805525" cy="2802418"/>
          </a:xfrm>
          <a:prstGeom prst="ellipse">
            <a:avLst/>
          </a:prstGeom>
        </p:spPr>
      </p:pic>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sp>
        <p:nvSpPr>
          <p:cNvPr id="13" name="Picture Placeholder 12">
            <a:extLst>
              <a:ext uri="{FF2B5EF4-FFF2-40B4-BE49-F238E27FC236}">
                <a16:creationId xmlns:a16="http://schemas.microsoft.com/office/drawing/2014/main" id="{4C78AB50-CEFC-7651-9C25-ED53A9045D22}"/>
              </a:ext>
            </a:extLst>
          </p:cNvPr>
          <p:cNvSpPr>
            <a:spLocks noGrp="1"/>
          </p:cNvSpPr>
          <p:nvPr>
            <p:ph type="pic" sz="quarter" idx="15"/>
          </p:nvPr>
        </p:nvSpPr>
        <p:spPr>
          <a:xfrm>
            <a:off x="1934043" y="1762610"/>
            <a:ext cx="2892919" cy="2892919"/>
          </a:xfrm>
          <a:prstGeom prst="ellipse">
            <a:avLst/>
          </a:prstGeom>
        </p:spPr>
        <p:txBody>
          <a:bodyPr/>
          <a:lstStyle/>
          <a:p>
            <a:endParaRPr lang="en-US" dirty="0"/>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endParaRPr lang="en-US" dirty="0"/>
          </a:p>
        </p:txBody>
      </p:sp>
      <p:pic>
        <p:nvPicPr>
          <p:cNvPr id="2" name="Picture 1">
            <a:extLst>
              <a:ext uri="{FF2B5EF4-FFF2-40B4-BE49-F238E27FC236}">
                <a16:creationId xmlns:a16="http://schemas.microsoft.com/office/drawing/2014/main" id="{C0DD484E-DED9-7CC1-33A7-4DC3073A1421}"/>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6887307" y="2062736"/>
            <a:ext cx="2805525" cy="2802418"/>
          </a:xfrm>
          <a:prstGeom prst="ellipse">
            <a:avLst/>
          </a:prstGeom>
        </p:spPr>
      </p:pic>
      <p:sp>
        <p:nvSpPr>
          <p:cNvPr id="5" name="Picture Placeholder 12">
            <a:extLst>
              <a:ext uri="{FF2B5EF4-FFF2-40B4-BE49-F238E27FC236}">
                <a16:creationId xmlns:a16="http://schemas.microsoft.com/office/drawing/2014/main" id="{88036FCF-5C8C-06E5-AD21-1496C0CAACDC}"/>
              </a:ext>
            </a:extLst>
          </p:cNvPr>
          <p:cNvSpPr>
            <a:spLocks noGrp="1"/>
          </p:cNvSpPr>
          <p:nvPr>
            <p:ph type="pic" sz="quarter" idx="16"/>
          </p:nvPr>
        </p:nvSpPr>
        <p:spPr>
          <a:xfrm>
            <a:off x="6322181" y="1762610"/>
            <a:ext cx="2892919" cy="2892919"/>
          </a:xfrm>
          <a:prstGeom prst="ellipse">
            <a:avLst/>
          </a:prstGeom>
        </p:spPr>
        <p:txBody>
          <a:bodyPr/>
          <a:lstStyle/>
          <a:p>
            <a:endParaRPr lang="en-US" dirty="0"/>
          </a:p>
        </p:txBody>
      </p:sp>
      <p:sp>
        <p:nvSpPr>
          <p:cNvPr id="7" name="Text Placeholder 41">
            <a:extLst>
              <a:ext uri="{FF2B5EF4-FFF2-40B4-BE49-F238E27FC236}">
                <a16:creationId xmlns:a16="http://schemas.microsoft.com/office/drawing/2014/main" id="{4082F21F-609E-E5C8-6116-83F7BF724C62}"/>
              </a:ext>
            </a:extLst>
          </p:cNvPr>
          <p:cNvSpPr>
            <a:spLocks noGrp="1"/>
          </p:cNvSpPr>
          <p:nvPr>
            <p:ph type="body" sz="quarter" idx="17"/>
          </p:nvPr>
        </p:nvSpPr>
        <p:spPr>
          <a:xfrm>
            <a:off x="6605784" y="5084153"/>
            <a:ext cx="2892919" cy="476781"/>
          </a:xfrm>
          <a:solidFill>
            <a:srgbClr val="FF5F03"/>
          </a:solidFill>
        </p:spPr>
        <p:txBody>
          <a:bodyPr>
            <a:noAutofit/>
          </a:bodyPr>
          <a:lstStyle>
            <a:lvl1pPr marL="0" indent="0" algn="ctr">
              <a:buNone/>
              <a:defRPr sz="20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8" name="Text Placeholder 41">
            <a:extLst>
              <a:ext uri="{FF2B5EF4-FFF2-40B4-BE49-F238E27FC236}">
                <a16:creationId xmlns:a16="http://schemas.microsoft.com/office/drawing/2014/main" id="{6CBAC12B-87FA-0A36-0FF9-D83FB43532B1}"/>
              </a:ext>
            </a:extLst>
          </p:cNvPr>
          <p:cNvSpPr>
            <a:spLocks noGrp="1"/>
          </p:cNvSpPr>
          <p:nvPr>
            <p:ph type="body" sz="quarter" idx="18"/>
          </p:nvPr>
        </p:nvSpPr>
        <p:spPr>
          <a:xfrm>
            <a:off x="2134940" y="5084153"/>
            <a:ext cx="2892919" cy="476781"/>
          </a:xfrm>
          <a:solidFill>
            <a:srgbClr val="FF5F03"/>
          </a:solidFill>
        </p:spPr>
        <p:txBody>
          <a:bodyPr>
            <a:noAutofit/>
          </a:bodyPr>
          <a:lstStyle>
            <a:lvl1pPr marL="0" indent="0" algn="ctr">
              <a:buNone/>
              <a:defRPr sz="2000" b="1" i="1">
                <a:solidFill>
                  <a:srgbClr val="12284B"/>
                </a:solidFill>
                <a:latin typeface="Arial" panose="020B0604020202020204" pitchFamily="34" charset="0"/>
                <a:cs typeface="Arial" panose="020B0604020202020204" pitchFamily="34" charset="0"/>
              </a:defRPr>
            </a:lvl1pPr>
          </a:lstStyle>
          <a:p>
            <a:pPr lvl="0"/>
            <a:endParaRPr lang="en-US" dirty="0"/>
          </a:p>
        </p:txBody>
      </p:sp>
      <p:pic>
        <p:nvPicPr>
          <p:cNvPr id="9" name="Picture 8">
            <a:extLst>
              <a:ext uri="{FF2B5EF4-FFF2-40B4-BE49-F238E27FC236}">
                <a16:creationId xmlns:a16="http://schemas.microsoft.com/office/drawing/2014/main" id="{94F4C83A-9B10-9F80-1038-7DF9B483AC7A}"/>
              </a:ext>
              <a:ext uri="{C183D7F6-B498-43B3-948B-1728B52AA6E4}">
                <adec:decorative xmlns:adec="http://schemas.microsoft.com/office/drawing/2017/decorative" val="1"/>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6200000">
            <a:off x="10799897" y="222680"/>
            <a:ext cx="1701802" cy="512521"/>
          </a:xfrm>
          <a:prstGeom prst="rect">
            <a:avLst/>
          </a:prstGeom>
        </p:spPr>
      </p:pic>
      <p:sp>
        <p:nvSpPr>
          <p:cNvPr id="11" name="blue block">
            <a:extLst>
              <a:ext uri="{FF2B5EF4-FFF2-40B4-BE49-F238E27FC236}">
                <a16:creationId xmlns:a16="http://schemas.microsoft.com/office/drawing/2014/main" id="{437F88F4-B262-65A6-172E-C5F5E297B754}"/>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orange block">
            <a:extLst>
              <a:ext uri="{FF2B5EF4-FFF2-40B4-BE49-F238E27FC236}">
                <a16:creationId xmlns:a16="http://schemas.microsoft.com/office/drawing/2014/main" id="{DF6DAF69-8BB5-446C-0367-FC04DD6EEB10}"/>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4" name="Text Placeholder 41">
            <a:extLst>
              <a:ext uri="{FF2B5EF4-FFF2-40B4-BE49-F238E27FC236}">
                <a16:creationId xmlns:a16="http://schemas.microsoft.com/office/drawing/2014/main" id="{AAEA3CD2-66E7-8462-F1B1-7194D910AADA}"/>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2584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0338297" y="-1623057"/>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838200" y="1546361"/>
            <a:ext cx="10515600"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5" name="blue block">
            <a:extLst>
              <a:ext uri="{FF2B5EF4-FFF2-40B4-BE49-F238E27FC236}">
                <a16:creationId xmlns:a16="http://schemas.microsoft.com/office/drawing/2014/main" id="{EC831945-AF4C-B351-B165-EA23FBA37381}"/>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orange block">
            <a:extLst>
              <a:ext uri="{FF2B5EF4-FFF2-40B4-BE49-F238E27FC236}">
                <a16:creationId xmlns:a16="http://schemas.microsoft.com/office/drawing/2014/main" id="{4420E344-A4C0-7E1A-3A7E-895D84EF3053}"/>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0830EB78-2310-E0FD-363E-EDDEA9EEAA32}"/>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075209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838200" y="1546361"/>
            <a:ext cx="10515600"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Autofit/>
          </a:bodyPr>
          <a:lstStyle>
            <a:lvl1pPr marL="0" indent="0">
              <a:buNone/>
              <a:defRPr lang="en-US" sz="1400" b="1" i="1" kern="1200" dirty="0">
                <a:solidFill>
                  <a:srgbClr val="12284B"/>
                </a:solidFill>
                <a:latin typeface="Arial" panose="020B0604020202020204" pitchFamily="34" charset="0"/>
                <a:ea typeface="Source Sans Pro" panose="020B0503030403020204" pitchFamily="34" charset="0"/>
                <a:cs typeface="Arial" panose="020B0604020202020204" pitchFamily="34" charset="0"/>
              </a:defRPr>
            </a:lvl1pPr>
          </a:lstStyle>
          <a:p>
            <a:pPr lvl="0"/>
            <a:endParaRPr lang="en-US" dirty="0"/>
          </a:p>
        </p:txBody>
      </p:sp>
      <p:pic>
        <p:nvPicPr>
          <p:cNvPr id="7" name="Picture 6" descr="A red snake on a black background&#10;&#10;Description automatically generated">
            <a:extLst>
              <a:ext uri="{FF2B5EF4-FFF2-40B4-BE49-F238E27FC236}">
                <a16:creationId xmlns:a16="http://schemas.microsoft.com/office/drawing/2014/main" id="{7B048554-71C2-FFF2-1EB7-8378798E312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20218556">
            <a:off x="9358629" y="-1352682"/>
            <a:ext cx="3382748" cy="4514052"/>
          </a:xfrm>
          <a:prstGeom prst="rect">
            <a:avLst/>
          </a:prstGeom>
        </p:spPr>
      </p:pic>
      <p:sp>
        <p:nvSpPr>
          <p:cNvPr id="5" name="blue block">
            <a:extLst>
              <a:ext uri="{FF2B5EF4-FFF2-40B4-BE49-F238E27FC236}">
                <a16:creationId xmlns:a16="http://schemas.microsoft.com/office/drawing/2014/main" id="{84D9C69C-9055-C1A0-4274-1B886868BF06}"/>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range block">
            <a:extLst>
              <a:ext uri="{FF2B5EF4-FFF2-40B4-BE49-F238E27FC236}">
                <a16:creationId xmlns:a16="http://schemas.microsoft.com/office/drawing/2014/main" id="{DEDDFB02-EC37-24BC-78EA-C8C4A908BBB5}"/>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0" name="Text Placeholder 41">
            <a:extLst>
              <a:ext uri="{FF2B5EF4-FFF2-40B4-BE49-F238E27FC236}">
                <a16:creationId xmlns:a16="http://schemas.microsoft.com/office/drawing/2014/main" id="{29D4F833-B34D-FD0C-4C93-45B40F89D290}"/>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3388313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647526" y="5714333"/>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838200" y="1546361"/>
            <a:ext cx="10515600"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5" name="blue block">
            <a:extLst>
              <a:ext uri="{FF2B5EF4-FFF2-40B4-BE49-F238E27FC236}">
                <a16:creationId xmlns:a16="http://schemas.microsoft.com/office/drawing/2014/main" id="{CDC3C47F-0C2C-D50F-D7CA-4D39D07EBCA2}"/>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orange block">
            <a:extLst>
              <a:ext uri="{FF2B5EF4-FFF2-40B4-BE49-F238E27FC236}">
                <a16:creationId xmlns:a16="http://schemas.microsoft.com/office/drawing/2014/main" id="{1735105F-A640-9742-CEDA-380DB7F3348A}"/>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B1BDD504-8529-0DF0-0951-9F4781450C5F}"/>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612330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pic>
        <p:nvPicPr>
          <p:cNvPr id="7" name="Picture 6" descr="A red line on a black background&#10;&#10;Description automatically generated">
            <a:extLst>
              <a:ext uri="{FF2B5EF4-FFF2-40B4-BE49-F238E27FC236}">
                <a16:creationId xmlns:a16="http://schemas.microsoft.com/office/drawing/2014/main" id="{FAB66AE7-4809-BF0C-08FA-3C5019FB41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2357125">
            <a:off x="9727969" y="-1686194"/>
            <a:ext cx="3112030" cy="4152797"/>
          </a:xfrm>
          <a:prstGeom prst="rect">
            <a:avLst/>
          </a:prstGeom>
        </p:spPr>
      </p:pic>
      <p:sp>
        <p:nvSpPr>
          <p:cNvPr id="5" name="blue block">
            <a:extLst>
              <a:ext uri="{FF2B5EF4-FFF2-40B4-BE49-F238E27FC236}">
                <a16:creationId xmlns:a16="http://schemas.microsoft.com/office/drawing/2014/main" id="{1F99A1D1-35E6-D33C-ADF9-705317678A30}"/>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orange block">
            <a:extLst>
              <a:ext uri="{FF2B5EF4-FFF2-40B4-BE49-F238E27FC236}">
                <a16:creationId xmlns:a16="http://schemas.microsoft.com/office/drawing/2014/main" id="{144F0F26-7549-41A1-1883-C778249CA1CE}"/>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EBB5B77C-E8AE-C74A-8FBF-5405ABD8FD58}"/>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86820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lumns">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2687315" y="3763578"/>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5" name="Content Placeholder 3">
            <a:extLst>
              <a:ext uri="{FF2B5EF4-FFF2-40B4-BE49-F238E27FC236}">
                <a16:creationId xmlns:a16="http://schemas.microsoft.com/office/drawing/2014/main" id="{514D6548-481B-4911-0FE7-2CC44E38113D}"/>
              </a:ext>
            </a:extLst>
          </p:cNvPr>
          <p:cNvSpPr>
            <a:spLocks noGrp="1"/>
          </p:cNvSpPr>
          <p:nvPr>
            <p:ph sz="half" idx="14"/>
          </p:nvPr>
        </p:nvSpPr>
        <p:spPr>
          <a:xfrm>
            <a:off x="6194325" y="1546361"/>
            <a:ext cx="5161926"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838200" y="1546361"/>
            <a:ext cx="5159477"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10515590"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7" name="blue block">
            <a:extLst>
              <a:ext uri="{FF2B5EF4-FFF2-40B4-BE49-F238E27FC236}">
                <a16:creationId xmlns:a16="http://schemas.microsoft.com/office/drawing/2014/main" id="{9750B079-401B-1292-88B0-3C41FD2FDCB2}"/>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range block">
            <a:extLst>
              <a:ext uri="{FF2B5EF4-FFF2-40B4-BE49-F238E27FC236}">
                <a16:creationId xmlns:a16="http://schemas.microsoft.com/office/drawing/2014/main" id="{FDC5528D-BFC8-B7E7-ED77-08AB5035BDC0}"/>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0" name="Text Placeholder 41">
            <a:extLst>
              <a:ext uri="{FF2B5EF4-FFF2-40B4-BE49-F238E27FC236}">
                <a16:creationId xmlns:a16="http://schemas.microsoft.com/office/drawing/2014/main" id="{C7216E44-99F8-9F62-051C-67A23F62E47E}"/>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751271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486632" y="-1112690"/>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3039400" y="2692089"/>
            <a:ext cx="6113200" cy="1221727"/>
          </a:xfrm>
          <a:prstGeom prst="rect">
            <a:avLst/>
          </a:prstGeom>
        </p:spPr>
        <p:txBody>
          <a:bodyPr vert="horz" lIns="91440" tIns="45720" rIns="91440" bIns="45720" rtlCol="0" anchor="ctr">
            <a:normAutofit/>
          </a:bodyPr>
          <a:lstStyle>
            <a:lvl1pPr algn="ctr">
              <a:defRPr>
                <a:solidFill>
                  <a:srgbClr val="12284B"/>
                </a:solidFill>
              </a:defRPr>
            </a:lvl1pPr>
          </a:lstStyle>
          <a:p>
            <a:r>
              <a:rPr lang="en-US" dirty="0"/>
              <a:t>Click to edit Master title style</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5193139" y="2206754"/>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pic>
        <p:nvPicPr>
          <p:cNvPr id="5" name="Picture 4" descr="University of Illinois logo in orange and blue.">
            <a:extLst>
              <a:ext uri="{FF2B5EF4-FFF2-40B4-BE49-F238E27FC236}">
                <a16:creationId xmlns:a16="http://schemas.microsoft.com/office/drawing/2014/main" id="{7B3A3C4E-38A7-35CE-D38D-869D2E92D67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pic>
        <p:nvPicPr>
          <p:cNvPr id="8" name="Picture 7" descr="A orange line on a black background&#10;&#10;Description automatically generated">
            <a:extLst>
              <a:ext uri="{FF2B5EF4-FFF2-40B4-BE49-F238E27FC236}">
                <a16:creationId xmlns:a16="http://schemas.microsoft.com/office/drawing/2014/main" id="{273D768B-B555-765D-7FBA-67A659E37CB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1367995">
            <a:off x="8968669" y="-1913601"/>
            <a:ext cx="3778679" cy="5042395"/>
          </a:xfrm>
          <a:prstGeom prst="rect">
            <a:avLst/>
          </a:prstGeom>
        </p:spPr>
      </p:pic>
      <p:sp>
        <p:nvSpPr>
          <p:cNvPr id="2" name="blue block">
            <a:extLst>
              <a:ext uri="{FF2B5EF4-FFF2-40B4-BE49-F238E27FC236}">
                <a16:creationId xmlns:a16="http://schemas.microsoft.com/office/drawing/2014/main" id="{88D2DF15-B3CD-8B55-7E33-46C6D8782BB7}"/>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orange block">
            <a:extLst>
              <a:ext uri="{FF2B5EF4-FFF2-40B4-BE49-F238E27FC236}">
                <a16:creationId xmlns:a16="http://schemas.microsoft.com/office/drawing/2014/main" id="{DA14BE9B-922E-2A24-68CA-A0EAF5F7D5E3}"/>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7" name="Text Placeholder 41">
            <a:extLst>
              <a:ext uri="{FF2B5EF4-FFF2-40B4-BE49-F238E27FC236}">
                <a16:creationId xmlns:a16="http://schemas.microsoft.com/office/drawing/2014/main" id="{D8F3C57C-0A12-884E-441E-6D2F61E9F65A}"/>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3922753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9982200" y="-1656341"/>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3327001" y="3554813"/>
            <a:ext cx="5525718" cy="609400"/>
          </a:xfrm>
        </p:spPr>
        <p:txBody>
          <a:bodyPr>
            <a:normAutofit/>
          </a:bodyPr>
          <a:lstStyle>
            <a:lvl1pPr marL="0" indent="0" algn="ctr">
              <a:buNone/>
              <a:defRPr sz="2000" b="0" i="1">
                <a:latin typeface="Arial Narrow" panose="020B0604020202020204" pitchFamily="34" charset="0"/>
                <a:ea typeface="Source Sans Pro ExtraLight" panose="020B0303030403020204" pitchFamily="34" charset="0"/>
                <a:cs typeface="Arial Narrow" panose="020B0604020202020204" pitchFamily="34" charset="0"/>
              </a:defRPr>
            </a:lvl1pPr>
          </a:lstStyle>
          <a:p>
            <a:pPr lvl="0"/>
            <a:r>
              <a:rPr lang="en-US" dirty="0"/>
              <a:t>Click to edit Master text styles</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3339280" y="2149138"/>
            <a:ext cx="5513439" cy="1310221"/>
          </a:xfrm>
          <a:prstGeom prst="rect">
            <a:avLst/>
          </a:prstGeom>
        </p:spPr>
        <p:txBody>
          <a:bodyPr vert="horz" lIns="91440" tIns="45720" rIns="91440" bIns="45720" rtlCol="0" anchor="ctr">
            <a:normAutofit/>
          </a:bodyPr>
          <a:lstStyle>
            <a:lvl1pPr algn="ctr">
              <a:defRPr>
                <a:solidFill>
                  <a:srgbClr val="12284B"/>
                </a:solidFill>
              </a:defRPr>
            </a:lvl1pPr>
          </a:lstStyle>
          <a:p>
            <a:r>
              <a:rPr lang="en-US" dirty="0"/>
              <a:t>Click to edit Master title style</a:t>
            </a:r>
          </a:p>
        </p:txBody>
      </p:sp>
      <p:pic>
        <p:nvPicPr>
          <p:cNvPr id="2" name="Picture 1">
            <a:extLst>
              <a:ext uri="{FF2B5EF4-FFF2-40B4-BE49-F238E27FC236}">
                <a16:creationId xmlns:a16="http://schemas.microsoft.com/office/drawing/2014/main" id="{2D1A03F0-B444-A66D-A593-AA89C0AF1687}"/>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3472264">
            <a:off x="-530003" y="-1158770"/>
            <a:ext cx="4178152" cy="5575466"/>
          </a:xfrm>
          <a:prstGeom prst="rect">
            <a:avLst/>
          </a:prstGeom>
        </p:spPr>
      </p:pic>
      <p:sp>
        <p:nvSpPr>
          <p:cNvPr id="5" name="blue block">
            <a:extLst>
              <a:ext uri="{FF2B5EF4-FFF2-40B4-BE49-F238E27FC236}">
                <a16:creationId xmlns:a16="http://schemas.microsoft.com/office/drawing/2014/main" id="{8BCB94E7-136F-1B19-1FAE-FEA40E832FD8}"/>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orange block">
            <a:extLst>
              <a:ext uri="{FF2B5EF4-FFF2-40B4-BE49-F238E27FC236}">
                <a16:creationId xmlns:a16="http://schemas.microsoft.com/office/drawing/2014/main" id="{6157C673-4AB7-AB8D-EB1C-F424D9637EEB}"/>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0B85B67C-A031-3971-5EF1-8BEA11A12D50}"/>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363634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1EE3AD37-BD56-155C-4E92-8552CE45EBE7}"/>
              </a:ext>
              <a:ext uri="{C183D7F6-B498-43B3-948B-1728B52AA6E4}">
                <adec:decorative xmlns:adec="http://schemas.microsoft.com/office/drawing/2017/decorative" val="1"/>
              </a:ext>
            </a:extLst>
          </p:cNvPr>
          <p:cNvSpPr/>
          <p:nvPr userDrawn="1"/>
        </p:nvSpPr>
        <p:spPr>
          <a:xfrm>
            <a:off x="838200" y="2122388"/>
            <a:ext cx="341522" cy="341522"/>
          </a:xfrm>
          <a:prstGeom prst="ellipse">
            <a:avLst/>
          </a:prstGeom>
          <a:solidFill>
            <a:srgbClr val="12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4D5AA1D-CE2F-5558-245F-3F1C03B3B28A}"/>
              </a:ext>
              <a:ext uri="{C183D7F6-B498-43B3-948B-1728B52AA6E4}">
                <adec:decorative xmlns:adec="http://schemas.microsoft.com/office/drawing/2017/decorative" val="1"/>
              </a:ext>
            </a:extLst>
          </p:cNvPr>
          <p:cNvSpPr/>
          <p:nvPr userDrawn="1"/>
        </p:nvSpPr>
        <p:spPr>
          <a:xfrm>
            <a:off x="3106947" y="2108251"/>
            <a:ext cx="341522" cy="341522"/>
          </a:xfrm>
          <a:prstGeom prst="ellipse">
            <a:avLst/>
          </a:prstGeom>
          <a:solidFill>
            <a:srgbClr val="12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F66F6DE-CA40-6914-2F07-867ECFEE7D9A}"/>
              </a:ext>
              <a:ext uri="{C183D7F6-B498-43B3-948B-1728B52AA6E4}">
                <adec:decorative xmlns:adec="http://schemas.microsoft.com/office/drawing/2017/decorative" val="1"/>
              </a:ext>
            </a:extLst>
          </p:cNvPr>
          <p:cNvSpPr/>
          <p:nvPr userDrawn="1"/>
        </p:nvSpPr>
        <p:spPr>
          <a:xfrm>
            <a:off x="5401574" y="2108251"/>
            <a:ext cx="341522" cy="341522"/>
          </a:xfrm>
          <a:prstGeom prst="ellipse">
            <a:avLst/>
          </a:prstGeom>
          <a:solidFill>
            <a:srgbClr val="12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C65960C-E050-D410-2DA2-25B7898B898C}"/>
              </a:ext>
              <a:ext uri="{C183D7F6-B498-43B3-948B-1728B52AA6E4}">
                <adec:decorative xmlns:adec="http://schemas.microsoft.com/office/drawing/2017/decorative" val="1"/>
              </a:ext>
            </a:extLst>
          </p:cNvPr>
          <p:cNvSpPr/>
          <p:nvPr userDrawn="1"/>
        </p:nvSpPr>
        <p:spPr>
          <a:xfrm>
            <a:off x="7670321" y="2116877"/>
            <a:ext cx="341522" cy="341522"/>
          </a:xfrm>
          <a:prstGeom prst="ellipse">
            <a:avLst/>
          </a:prstGeom>
          <a:solidFill>
            <a:srgbClr val="12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4ECCA00D-4612-8333-644C-E649C90A2F2C}"/>
              </a:ext>
              <a:ext uri="{C183D7F6-B498-43B3-948B-1728B52AA6E4}">
                <adec:decorative xmlns:adec="http://schemas.microsoft.com/office/drawing/2017/decorative" val="1"/>
              </a:ext>
            </a:extLst>
          </p:cNvPr>
          <p:cNvCxnSpPr>
            <a:cxnSpLocks/>
          </p:cNvCxnSpPr>
          <p:nvPr userDrawn="1"/>
        </p:nvCxnSpPr>
        <p:spPr>
          <a:xfrm>
            <a:off x="1005367" y="2287638"/>
            <a:ext cx="6835715" cy="0"/>
          </a:xfrm>
          <a:prstGeom prst="line">
            <a:avLst/>
          </a:prstGeom>
          <a:ln w="38100">
            <a:solidFill>
              <a:srgbClr val="12284B"/>
            </a:solidFill>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49602A79-EE87-FB46-B3D4-392DDD824E7B}"/>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11" name="Picture 10" descr="University of Illinois logo in orange and blue.">
            <a:extLst>
              <a:ext uri="{FF2B5EF4-FFF2-40B4-BE49-F238E27FC236}">
                <a16:creationId xmlns:a16="http://schemas.microsoft.com/office/drawing/2014/main" id="{CA76C48D-E684-6F3D-D086-6154DA480C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15" name="Text Placeholder 4">
            <a:extLst>
              <a:ext uri="{FF2B5EF4-FFF2-40B4-BE49-F238E27FC236}">
                <a16:creationId xmlns:a16="http://schemas.microsoft.com/office/drawing/2014/main" id="{F1246520-80AB-BE75-3ACC-86881EF850F4}"/>
              </a:ext>
            </a:extLst>
          </p:cNvPr>
          <p:cNvSpPr>
            <a:spLocks noGrp="1"/>
          </p:cNvSpPr>
          <p:nvPr>
            <p:ph type="body" sz="quarter" idx="20"/>
          </p:nvPr>
        </p:nvSpPr>
        <p:spPr>
          <a:xfrm>
            <a:off x="7679675" y="3693530"/>
            <a:ext cx="1893983" cy="792698"/>
          </a:xfrm>
        </p:spPr>
        <p:txBody>
          <a:bodyPr>
            <a:normAutofit/>
          </a:bodyPr>
          <a:lstStyle>
            <a:lvl1pPr marL="0" indent="0">
              <a:buNone/>
              <a:defRPr lang="en-US" sz="1400" b="0" i="0" kern="1200" dirty="0">
                <a:solidFill>
                  <a:schemeClr val="tx1"/>
                </a:solidFill>
                <a:latin typeface="Georgia" panose="02040502050405020303" pitchFamily="18" charset="0"/>
                <a:ea typeface="Source Sans Pro ExtraLight" panose="020B0303030403020204" pitchFamily="34" charset="0"/>
                <a:cs typeface="Arial" panose="020B0604020202020204" pitchFamily="34" charset="0"/>
              </a:defRPr>
            </a:lvl1pPr>
          </a:lstStyle>
          <a:p>
            <a:pPr lvl="0"/>
            <a:endParaRPr lang="en-US" dirty="0"/>
          </a:p>
        </p:txBody>
      </p:sp>
      <p:sp>
        <p:nvSpPr>
          <p:cNvPr id="8" name="Text Placeholder 4">
            <a:extLst>
              <a:ext uri="{FF2B5EF4-FFF2-40B4-BE49-F238E27FC236}">
                <a16:creationId xmlns:a16="http://schemas.microsoft.com/office/drawing/2014/main" id="{6F0FC4DC-6E88-C1A6-C45D-98BE7D1AF686}"/>
              </a:ext>
            </a:extLst>
          </p:cNvPr>
          <p:cNvSpPr>
            <a:spLocks noGrp="1"/>
          </p:cNvSpPr>
          <p:nvPr>
            <p:ph type="body" sz="quarter" idx="16"/>
          </p:nvPr>
        </p:nvSpPr>
        <p:spPr>
          <a:xfrm>
            <a:off x="7679675" y="2790664"/>
            <a:ext cx="1893983" cy="792698"/>
          </a:xfrm>
        </p:spPr>
        <p:txBody>
          <a:bodyPr>
            <a:normAutofit/>
          </a:bodyPr>
          <a:lstStyle>
            <a:lvl1pPr marL="0" indent="0">
              <a:buNone/>
              <a:defRPr lang="en-US" sz="2800" b="1" i="0" kern="1200" dirty="0">
                <a:solidFill>
                  <a:schemeClr val="tx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13" name="Text Placeholder 4">
            <a:extLst>
              <a:ext uri="{FF2B5EF4-FFF2-40B4-BE49-F238E27FC236}">
                <a16:creationId xmlns:a16="http://schemas.microsoft.com/office/drawing/2014/main" id="{AE38F62B-961D-0DE7-9EC1-0973D5D819A0}"/>
              </a:ext>
            </a:extLst>
          </p:cNvPr>
          <p:cNvSpPr>
            <a:spLocks noGrp="1"/>
          </p:cNvSpPr>
          <p:nvPr>
            <p:ph type="body" sz="quarter" idx="19"/>
          </p:nvPr>
        </p:nvSpPr>
        <p:spPr>
          <a:xfrm>
            <a:off x="5399183" y="3693530"/>
            <a:ext cx="1893983" cy="792698"/>
          </a:xfrm>
        </p:spPr>
        <p:txBody>
          <a:bodyPr>
            <a:normAutofit/>
          </a:bodyPr>
          <a:lstStyle>
            <a:lvl1pPr marL="0" indent="0">
              <a:buNone/>
              <a:defRPr lang="en-US" sz="1400" b="0" i="0" kern="1200" dirty="0">
                <a:solidFill>
                  <a:schemeClr val="tx1"/>
                </a:solidFill>
                <a:latin typeface="Georgia" panose="02040502050405020303" pitchFamily="18" charset="0"/>
                <a:ea typeface="Source Sans Pro ExtraLight" panose="020B0303030403020204" pitchFamily="34" charset="0"/>
                <a:cs typeface="Arial" panose="020B0604020202020204" pitchFamily="34" charset="0"/>
              </a:defRPr>
            </a:lvl1pPr>
          </a:lstStyle>
          <a:p>
            <a:pPr lvl="0"/>
            <a:endParaRPr lang="en-US" dirty="0"/>
          </a:p>
        </p:txBody>
      </p:sp>
      <p:sp>
        <p:nvSpPr>
          <p:cNvPr id="7" name="Text Placeholder 4">
            <a:extLst>
              <a:ext uri="{FF2B5EF4-FFF2-40B4-BE49-F238E27FC236}">
                <a16:creationId xmlns:a16="http://schemas.microsoft.com/office/drawing/2014/main" id="{857E2C8C-337A-FC09-DE74-4A56AAF7ABFD}"/>
              </a:ext>
            </a:extLst>
          </p:cNvPr>
          <p:cNvSpPr>
            <a:spLocks noGrp="1"/>
          </p:cNvSpPr>
          <p:nvPr>
            <p:ph type="body" sz="quarter" idx="15"/>
          </p:nvPr>
        </p:nvSpPr>
        <p:spPr>
          <a:xfrm>
            <a:off x="5399184" y="2779648"/>
            <a:ext cx="1893983" cy="792698"/>
          </a:xfrm>
        </p:spPr>
        <p:txBody>
          <a:bodyPr>
            <a:normAutofit/>
          </a:bodyPr>
          <a:lstStyle>
            <a:lvl1pPr marL="0" indent="0">
              <a:buNone/>
              <a:defRPr lang="en-US" sz="2800" b="1" i="0" kern="1200" dirty="0">
                <a:solidFill>
                  <a:schemeClr val="tx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12" name="Text Placeholder 4">
            <a:extLst>
              <a:ext uri="{FF2B5EF4-FFF2-40B4-BE49-F238E27FC236}">
                <a16:creationId xmlns:a16="http://schemas.microsoft.com/office/drawing/2014/main" id="{E3D59774-0105-B649-B9FA-AF68838B971E}"/>
              </a:ext>
            </a:extLst>
          </p:cNvPr>
          <p:cNvSpPr>
            <a:spLocks noGrp="1"/>
          </p:cNvSpPr>
          <p:nvPr>
            <p:ph type="body" sz="quarter" idx="18"/>
          </p:nvPr>
        </p:nvSpPr>
        <p:spPr>
          <a:xfrm>
            <a:off x="3107675" y="3693530"/>
            <a:ext cx="1893983" cy="792698"/>
          </a:xfrm>
        </p:spPr>
        <p:txBody>
          <a:bodyPr>
            <a:normAutofit/>
          </a:bodyPr>
          <a:lstStyle>
            <a:lvl1pPr marL="0" indent="0">
              <a:buNone/>
              <a:defRPr lang="en-US" sz="1400" b="0" i="0" kern="1200" dirty="0">
                <a:solidFill>
                  <a:schemeClr val="tx1"/>
                </a:solidFill>
                <a:latin typeface="Georgia" panose="02040502050405020303" pitchFamily="18" charset="0"/>
                <a:ea typeface="Source Sans Pro ExtraLight" panose="020B0303030403020204" pitchFamily="34" charset="0"/>
                <a:cs typeface="Arial" panose="020B0604020202020204" pitchFamily="34" charset="0"/>
              </a:defRPr>
            </a:lvl1pPr>
          </a:lstStyle>
          <a:p>
            <a:pPr lvl="0"/>
            <a:endParaRPr lang="en-US" dirty="0"/>
          </a:p>
        </p:txBody>
      </p:sp>
      <p:sp>
        <p:nvSpPr>
          <p:cNvPr id="6" name="Text Placeholder 4">
            <a:extLst>
              <a:ext uri="{FF2B5EF4-FFF2-40B4-BE49-F238E27FC236}">
                <a16:creationId xmlns:a16="http://schemas.microsoft.com/office/drawing/2014/main" id="{AB494172-3C9A-E31F-E28C-0462436A0570}"/>
              </a:ext>
            </a:extLst>
          </p:cNvPr>
          <p:cNvSpPr>
            <a:spLocks noGrp="1"/>
          </p:cNvSpPr>
          <p:nvPr>
            <p:ph type="body" sz="quarter" idx="14"/>
          </p:nvPr>
        </p:nvSpPr>
        <p:spPr>
          <a:xfrm>
            <a:off x="3118692" y="2779131"/>
            <a:ext cx="1893983" cy="792698"/>
          </a:xfrm>
        </p:spPr>
        <p:txBody>
          <a:bodyPr>
            <a:normAutofit/>
          </a:bodyPr>
          <a:lstStyle>
            <a:lvl1pPr marL="0" indent="0">
              <a:buNone/>
              <a:defRPr lang="en-US" sz="2800" b="1" i="0" kern="1200" dirty="0">
                <a:solidFill>
                  <a:schemeClr val="tx1"/>
                </a:solidFill>
                <a:latin typeface="Arial Black" panose="020B0604020202020204" pitchFamily="34" charset="0"/>
                <a:ea typeface="Source Sans Pro" panose="020B0503030403020204" pitchFamily="34" charset="0"/>
                <a:cs typeface="Arial Black" panose="020B0604020202020204" pitchFamily="34" charset="0"/>
              </a:defRPr>
            </a:lvl1pPr>
          </a:lstStyle>
          <a:p>
            <a:pPr lvl="0"/>
            <a:endParaRPr lang="en-US" dirty="0"/>
          </a:p>
        </p:txBody>
      </p:sp>
      <p:sp>
        <p:nvSpPr>
          <p:cNvPr id="10" name="Text Placeholder 4">
            <a:extLst>
              <a:ext uri="{FF2B5EF4-FFF2-40B4-BE49-F238E27FC236}">
                <a16:creationId xmlns:a16="http://schemas.microsoft.com/office/drawing/2014/main" id="{1E2E4B6E-A490-12A1-BB7C-79359243F4C8}"/>
              </a:ext>
            </a:extLst>
          </p:cNvPr>
          <p:cNvSpPr>
            <a:spLocks noGrp="1"/>
          </p:cNvSpPr>
          <p:nvPr>
            <p:ph type="body" sz="quarter" idx="17"/>
          </p:nvPr>
        </p:nvSpPr>
        <p:spPr>
          <a:xfrm>
            <a:off x="838200" y="3693530"/>
            <a:ext cx="1893983" cy="792698"/>
          </a:xfrm>
        </p:spPr>
        <p:txBody>
          <a:bodyPr>
            <a:normAutofit/>
          </a:bodyPr>
          <a:lstStyle>
            <a:lvl1pPr marL="0" indent="0">
              <a:buNone/>
              <a:defRPr sz="1400" b="0" i="0">
                <a:latin typeface="Georgia" panose="02040502050405020303" pitchFamily="18" charset="0"/>
                <a:ea typeface="Source Sans Pro ExtraLight" panose="020B0303030403020204" pitchFamily="34" charset="0"/>
              </a:defRPr>
            </a:lvl1pPr>
          </a:lstStyle>
          <a:p>
            <a:pPr lvl="0"/>
            <a:endParaRPr lang="en-US" dirty="0"/>
          </a:p>
        </p:txBody>
      </p:sp>
      <p:sp>
        <p:nvSpPr>
          <p:cNvPr id="5" name="Text Placeholder 4">
            <a:extLst>
              <a:ext uri="{FF2B5EF4-FFF2-40B4-BE49-F238E27FC236}">
                <a16:creationId xmlns:a16="http://schemas.microsoft.com/office/drawing/2014/main" id="{07375C42-1321-F93A-90B0-48A69D1400FA}"/>
              </a:ext>
            </a:extLst>
          </p:cNvPr>
          <p:cNvSpPr>
            <a:spLocks noGrp="1"/>
          </p:cNvSpPr>
          <p:nvPr>
            <p:ph type="body" sz="quarter" idx="13"/>
          </p:nvPr>
        </p:nvSpPr>
        <p:spPr>
          <a:xfrm>
            <a:off x="838200" y="2768114"/>
            <a:ext cx="1893983" cy="792698"/>
          </a:xfrm>
        </p:spPr>
        <p:txBody>
          <a:bodyPr/>
          <a:lstStyle>
            <a:lvl1pPr marL="0" indent="0">
              <a:buNone/>
              <a:defRPr b="1" i="0">
                <a:latin typeface="Arial Black" panose="020B0604020202020204" pitchFamily="34" charset="0"/>
                <a:cs typeface="Arial Black" panose="020B0604020202020204" pitchFamily="34" charset="0"/>
              </a:defRPr>
            </a:lvl1pPr>
          </a:lstStyle>
          <a:p>
            <a:pPr lvl="0"/>
            <a:endParaRPr lang="en-US" dirty="0"/>
          </a:p>
        </p:txBody>
      </p:sp>
      <p:sp>
        <p:nvSpPr>
          <p:cNvPr id="14" name="Title Placeholder 1">
            <a:extLst>
              <a:ext uri="{FF2B5EF4-FFF2-40B4-BE49-F238E27FC236}">
                <a16:creationId xmlns:a16="http://schemas.microsoft.com/office/drawing/2014/main" id="{3D0820B7-9F68-ED9C-8699-47DF87E82731}"/>
              </a:ext>
            </a:extLst>
          </p:cNvPr>
          <p:cNvSpPr>
            <a:spLocks noGrp="1"/>
          </p:cNvSpPr>
          <p:nvPr>
            <p:ph type="title"/>
          </p:nvPr>
        </p:nvSpPr>
        <p:spPr>
          <a:xfrm>
            <a:off x="838200" y="664684"/>
            <a:ext cx="10515600" cy="599096"/>
          </a:xfrm>
          <a:prstGeom prst="rect">
            <a:avLst/>
          </a:prstGeom>
        </p:spPr>
        <p:txBody>
          <a:bodyPr vert="horz" lIns="91440" tIns="45720" rIns="91440" bIns="45720" rtlCol="0" anchor="ctr">
            <a:normAutofit/>
          </a:bodyPr>
          <a:lstStyle>
            <a:lvl1pPr>
              <a:defRPr>
                <a:solidFill>
                  <a:srgbClr val="FF5F03"/>
                </a:solidFill>
              </a:defRPr>
            </a:lvl1pPr>
          </a:lstStyle>
          <a:p>
            <a:r>
              <a:rPr lang="en-US" dirty="0"/>
              <a:t>Click to edit Master title style</a:t>
            </a:r>
          </a:p>
        </p:txBody>
      </p:sp>
      <p:sp>
        <p:nvSpPr>
          <p:cNvPr id="32" name="Text Placeholder 41">
            <a:extLst>
              <a:ext uri="{FF2B5EF4-FFF2-40B4-BE49-F238E27FC236}">
                <a16:creationId xmlns:a16="http://schemas.microsoft.com/office/drawing/2014/main" id="{12D4526A-03BC-D456-F8D5-E1DAD2B76214}"/>
              </a:ext>
            </a:extLst>
          </p:cNvPr>
          <p:cNvSpPr>
            <a:spLocks noGrp="1"/>
          </p:cNvSpPr>
          <p:nvPr>
            <p:ph type="body" sz="quarter" idx="21"/>
          </p:nvPr>
        </p:nvSpPr>
        <p:spPr>
          <a:xfrm>
            <a:off x="838201" y="257898"/>
            <a:ext cx="1805722" cy="264615"/>
          </a:xfrm>
          <a:solidFill>
            <a:schemeClr val="tx1"/>
          </a:solidFill>
        </p:spPr>
        <p:txBody>
          <a:bodyPr>
            <a:normAutofit/>
          </a:bodyPr>
          <a:lstStyle>
            <a:lvl1pPr marL="0" indent="0">
              <a:buNone/>
              <a:defRPr sz="1400" b="1" i="1">
                <a:solidFill>
                  <a:schemeClr val="bg1"/>
                </a:solidFill>
                <a:latin typeface="Arial" panose="020B0604020202020204" pitchFamily="34" charset="0"/>
                <a:cs typeface="Arial" panose="020B0604020202020204" pitchFamily="34" charset="0"/>
              </a:defRPr>
            </a:lvl1pPr>
          </a:lstStyle>
          <a:p>
            <a:pPr lvl="0"/>
            <a:endParaRPr lang="en-US" dirty="0"/>
          </a:p>
        </p:txBody>
      </p:sp>
      <p:sp>
        <p:nvSpPr>
          <p:cNvPr id="2" name="blue block">
            <a:extLst>
              <a:ext uri="{FF2B5EF4-FFF2-40B4-BE49-F238E27FC236}">
                <a16:creationId xmlns:a16="http://schemas.microsoft.com/office/drawing/2014/main" id="{BBBFCBDA-5E30-94C6-AE3A-D10BA5768E06}"/>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orange block">
            <a:extLst>
              <a:ext uri="{FF2B5EF4-FFF2-40B4-BE49-F238E27FC236}">
                <a16:creationId xmlns:a16="http://schemas.microsoft.com/office/drawing/2014/main" id="{AC9D7B6B-6C72-1102-219B-4D872C95584A}"/>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4" name="Text Placeholder 41">
            <a:extLst>
              <a:ext uri="{FF2B5EF4-FFF2-40B4-BE49-F238E27FC236}">
                <a16:creationId xmlns:a16="http://schemas.microsoft.com/office/drawing/2014/main" id="{047B8EE5-7D31-6C0F-3686-B95BC93544AF}"/>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666375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16660C-E0F7-3E18-4068-ACDBCE42CB76}"/>
              </a:ext>
              <a:ext uri="{C183D7F6-B498-43B3-948B-1728B52AA6E4}">
                <adec:decorative xmlns:adec="http://schemas.microsoft.com/office/drawing/2017/decorative" val="1"/>
              </a:ext>
            </a:extLst>
          </p:cNvPr>
          <p:cNvSpPr/>
          <p:nvPr userDrawn="1"/>
        </p:nvSpPr>
        <p:spPr>
          <a:xfrm>
            <a:off x="6377146" y="477334"/>
            <a:ext cx="5484598" cy="5410119"/>
          </a:xfrm>
          <a:prstGeom prst="rect">
            <a:avLst/>
          </a:prstGeom>
          <a:solidFill>
            <a:srgbClr val="122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lvl1pPr>
              <a:defRPr>
                <a:solidFill>
                  <a:srgbClr val="12284B"/>
                </a:solidFill>
              </a:defRPr>
            </a:lvl1pPr>
          </a:lstStyle>
          <a:p>
            <a:fld id="{2385DA76-2DD3-144A-9C84-6B8D9531DA2D}" type="slidenum">
              <a:rPr lang="en-US" smtClean="0"/>
              <a:pPr/>
              <a:t>‹#›</a:t>
            </a:fld>
            <a:endParaRPr lang="en-US" dirty="0"/>
          </a:p>
        </p:txBody>
      </p:sp>
      <p:pic>
        <p:nvPicPr>
          <p:cNvPr id="5" name="Picture 4" descr="University of Illinois logo in orange and blue.">
            <a:extLst>
              <a:ext uri="{FF2B5EF4-FFF2-40B4-BE49-F238E27FC236}">
                <a16:creationId xmlns:a16="http://schemas.microsoft.com/office/drawing/2014/main" id="{D7ACF882-7C4C-E08B-F08C-D8507A35AA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7" name="Picture Placeholder 6">
            <a:extLst>
              <a:ext uri="{FF2B5EF4-FFF2-40B4-BE49-F238E27FC236}">
                <a16:creationId xmlns:a16="http://schemas.microsoft.com/office/drawing/2014/main" id="{265DE9B2-E3FC-02E2-7F8C-6661F7A23849}"/>
              </a:ext>
            </a:extLst>
          </p:cNvPr>
          <p:cNvSpPr>
            <a:spLocks noGrp="1"/>
          </p:cNvSpPr>
          <p:nvPr>
            <p:ph type="pic" sz="quarter" idx="14"/>
          </p:nvPr>
        </p:nvSpPr>
        <p:spPr>
          <a:xfrm>
            <a:off x="6136289" y="264290"/>
            <a:ext cx="5484812" cy="5410200"/>
          </a:xfrm>
        </p:spPr>
        <p:txBody>
          <a:bodyPr/>
          <a:lstStyle>
            <a:lvl1pPr algn="ctr">
              <a:defRPr/>
            </a:lvl1pPr>
          </a:lstStyle>
          <a:p>
            <a:endParaRPr lang="en-US" dirty="0"/>
          </a:p>
          <a:p>
            <a:endParaRPr lang="en-US" dirty="0"/>
          </a:p>
          <a:p>
            <a:endParaRPr lang="en-US" dirty="0"/>
          </a:p>
        </p:txBody>
      </p:sp>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838200" y="1546361"/>
            <a:ext cx="4988065" cy="4167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838200" y="734889"/>
            <a:ext cx="4988059"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838201" y="257898"/>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pic>
        <p:nvPicPr>
          <p:cNvPr id="10" name="Picture 9" descr="A orange line on a black background&#10;&#10;Description automatically generated">
            <a:extLst>
              <a:ext uri="{FF2B5EF4-FFF2-40B4-BE49-F238E27FC236}">
                <a16:creationId xmlns:a16="http://schemas.microsoft.com/office/drawing/2014/main" id="{281D7D7E-6558-CADE-E381-8358FFE21D2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226243">
            <a:off x="-1997056" y="1851308"/>
            <a:ext cx="2983738" cy="3981600"/>
          </a:xfrm>
          <a:prstGeom prst="rect">
            <a:avLst/>
          </a:prstGeom>
        </p:spPr>
      </p:pic>
      <p:sp>
        <p:nvSpPr>
          <p:cNvPr id="6" name="blue block">
            <a:extLst>
              <a:ext uri="{FF2B5EF4-FFF2-40B4-BE49-F238E27FC236}">
                <a16:creationId xmlns:a16="http://schemas.microsoft.com/office/drawing/2014/main" id="{FA384FCB-8B98-691B-BC8B-285C454FD3E9}"/>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orange block">
            <a:extLst>
              <a:ext uri="{FF2B5EF4-FFF2-40B4-BE49-F238E27FC236}">
                <a16:creationId xmlns:a16="http://schemas.microsoft.com/office/drawing/2014/main" id="{D71B21F4-4B1C-F44B-DA56-CC21DA82679F}"/>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1" name="Text Placeholder 41">
            <a:extLst>
              <a:ext uri="{FF2B5EF4-FFF2-40B4-BE49-F238E27FC236}">
                <a16:creationId xmlns:a16="http://schemas.microsoft.com/office/drawing/2014/main" id="{72D4E848-FE97-3411-5F4F-48DDA0C963BE}"/>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5568121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Left">
    <p:spTree>
      <p:nvGrpSpPr>
        <p:cNvPr id="1" name=""/>
        <p:cNvGrpSpPr/>
        <p:nvPr/>
      </p:nvGrpSpPr>
      <p:grpSpPr>
        <a:xfrm>
          <a:off x="0" y="0"/>
          <a:ext cx="0" cy="0"/>
          <a:chOff x="0" y="0"/>
          <a:chExt cx="0" cy="0"/>
        </a:xfrm>
      </p:grpSpPr>
      <p:pic>
        <p:nvPicPr>
          <p:cNvPr id="5" name="Picture 4" descr="University of Illinois logo in orange and blue.">
            <a:extLst>
              <a:ext uri="{FF2B5EF4-FFF2-40B4-BE49-F238E27FC236}">
                <a16:creationId xmlns:a16="http://schemas.microsoft.com/office/drawing/2014/main" id="{D7ACF882-7C4C-E08B-F08C-D8507A35AA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lvl1pPr>
              <a:defRPr>
                <a:solidFill>
                  <a:srgbClr val="12284B"/>
                </a:solidFill>
              </a:defRPr>
            </a:lvl1pPr>
          </a:lstStyle>
          <a:p>
            <a:fld id="{2385DA76-2DD3-144A-9C84-6B8D9531DA2D}" type="slidenum">
              <a:rPr lang="en-US" smtClean="0"/>
              <a:pPr/>
              <a:t>‹#›</a:t>
            </a:fld>
            <a:endParaRPr lang="en-US" dirty="0"/>
          </a:p>
        </p:txBody>
      </p:sp>
      <p:sp>
        <p:nvSpPr>
          <p:cNvPr id="7" name="Picture Placeholder 6">
            <a:extLst>
              <a:ext uri="{FF2B5EF4-FFF2-40B4-BE49-F238E27FC236}">
                <a16:creationId xmlns:a16="http://schemas.microsoft.com/office/drawing/2014/main" id="{265DE9B2-E3FC-02E2-7F8C-6661F7A23849}"/>
              </a:ext>
            </a:extLst>
          </p:cNvPr>
          <p:cNvSpPr>
            <a:spLocks noGrp="1"/>
          </p:cNvSpPr>
          <p:nvPr>
            <p:ph type="pic" sz="quarter" idx="14"/>
          </p:nvPr>
        </p:nvSpPr>
        <p:spPr>
          <a:xfrm>
            <a:off x="364831" y="283366"/>
            <a:ext cx="5354922" cy="5409448"/>
          </a:xfrm>
        </p:spPr>
        <p:txBody>
          <a:bodyPr/>
          <a:lstStyle>
            <a:lvl1pPr algn="ctr">
              <a:defRPr/>
            </a:lvl1pPr>
          </a:lstStyle>
          <a:p>
            <a:endParaRPr lang="en-US" dirty="0"/>
          </a:p>
          <a:p>
            <a:endParaRPr lang="en-US" dirty="0"/>
          </a:p>
          <a:p>
            <a:endParaRPr lang="en-US" dirty="0"/>
          </a:p>
        </p:txBody>
      </p:sp>
      <p:sp>
        <p:nvSpPr>
          <p:cNvPr id="8" name="Content Placeholder 3">
            <a:extLst>
              <a:ext uri="{FF2B5EF4-FFF2-40B4-BE49-F238E27FC236}">
                <a16:creationId xmlns:a16="http://schemas.microsoft.com/office/drawing/2014/main" id="{C31F75B7-6486-C7B1-E57A-C53107BC0B9A}"/>
              </a:ext>
            </a:extLst>
          </p:cNvPr>
          <p:cNvSpPr>
            <a:spLocks noGrp="1"/>
          </p:cNvSpPr>
          <p:nvPr>
            <p:ph sz="half" idx="2"/>
          </p:nvPr>
        </p:nvSpPr>
        <p:spPr>
          <a:xfrm>
            <a:off x="6203344" y="1562173"/>
            <a:ext cx="5236506" cy="413064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CFC601D3-0BA7-6472-675C-37EA35F723E7}"/>
              </a:ext>
            </a:extLst>
          </p:cNvPr>
          <p:cNvSpPr>
            <a:spLocks noGrp="1"/>
          </p:cNvSpPr>
          <p:nvPr>
            <p:ph type="title"/>
          </p:nvPr>
        </p:nvSpPr>
        <p:spPr>
          <a:xfrm>
            <a:off x="6203344" y="706910"/>
            <a:ext cx="5236503" cy="599096"/>
          </a:xfrm>
          <a:prstGeom prst="rect">
            <a:avLst/>
          </a:prstGeom>
        </p:spPr>
        <p:txBody>
          <a:bodyPr vert="horz" lIns="91440" tIns="45720" rIns="91440" bIns="45720" rtlCol="0" anchor="ctr">
            <a:normAutofit/>
          </a:bodyPr>
          <a:lstStyle>
            <a:lvl1pPr>
              <a:defRPr>
                <a:solidFill>
                  <a:srgbClr val="12284B"/>
                </a:solidFill>
              </a:defRPr>
            </a:lvl1pPr>
          </a:lstStyle>
          <a:p>
            <a:r>
              <a:rPr lang="en-US" dirty="0"/>
              <a:t>Click to edit</a:t>
            </a:r>
          </a:p>
        </p:txBody>
      </p:sp>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p:nvPr>
        </p:nvSpPr>
        <p:spPr>
          <a:xfrm>
            <a:off x="6175412" y="282409"/>
            <a:ext cx="1805722" cy="264615"/>
          </a:xfrm>
          <a:solidFill>
            <a:srgbClr val="FF5F03"/>
          </a:solidFill>
        </p:spPr>
        <p:txBody>
          <a:bodyPr>
            <a:normAutofit/>
          </a:bodyPr>
          <a:lstStyle>
            <a:lvl1pPr marL="0" indent="0">
              <a:buNone/>
              <a:defRPr sz="1400" b="1" i="1">
                <a:solidFill>
                  <a:srgbClr val="12284B"/>
                </a:solidFill>
                <a:latin typeface="Arial" panose="020B0604020202020204" pitchFamily="34" charset="0"/>
                <a:cs typeface="Arial" panose="020B0604020202020204" pitchFamily="34" charset="0"/>
              </a:defRPr>
            </a:lvl1pPr>
          </a:lstStyle>
          <a:p>
            <a:pPr lvl="0"/>
            <a:endParaRPr lang="en-US" dirty="0"/>
          </a:p>
        </p:txBody>
      </p:sp>
      <p:sp>
        <p:nvSpPr>
          <p:cNvPr id="2" name="blue block">
            <a:extLst>
              <a:ext uri="{FF2B5EF4-FFF2-40B4-BE49-F238E27FC236}">
                <a16:creationId xmlns:a16="http://schemas.microsoft.com/office/drawing/2014/main" id="{DDAC9B90-C585-EC10-1877-E6FB7A35CAB3}"/>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orange block">
            <a:extLst>
              <a:ext uri="{FF2B5EF4-FFF2-40B4-BE49-F238E27FC236}">
                <a16:creationId xmlns:a16="http://schemas.microsoft.com/office/drawing/2014/main" id="{3C3D7F13-792D-66C9-08D6-CB27F9B49F9A}"/>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9" name="Text Placeholder 41">
            <a:extLst>
              <a:ext uri="{FF2B5EF4-FFF2-40B4-BE49-F238E27FC236}">
                <a16:creationId xmlns:a16="http://schemas.microsoft.com/office/drawing/2014/main" id="{5F15447E-84A0-34F8-0C8B-6B68D26EA1C3}"/>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225732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1)">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822581" y="5807076"/>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5" name="Picture Placeholder 4">
            <a:extLst>
              <a:ext uri="{FF2B5EF4-FFF2-40B4-BE49-F238E27FC236}">
                <a16:creationId xmlns:a16="http://schemas.microsoft.com/office/drawing/2014/main" id="{76B412AC-0427-5E4D-7CBB-44CC29950189}"/>
              </a:ext>
            </a:extLst>
          </p:cNvPr>
          <p:cNvSpPr>
            <a:spLocks noGrp="1"/>
          </p:cNvSpPr>
          <p:nvPr>
            <p:ph type="pic" sz="quarter" idx="14"/>
          </p:nvPr>
        </p:nvSpPr>
        <p:spPr>
          <a:xfrm>
            <a:off x="356643" y="377425"/>
            <a:ext cx="11505089" cy="5484896"/>
          </a:xfrm>
        </p:spPr>
        <p:txBody>
          <a:bodyPr/>
          <a:lstStyle/>
          <a:p>
            <a:endParaRPr lang="en-US" dirty="0"/>
          </a:p>
        </p:txBody>
      </p:sp>
      <p:sp>
        <p:nvSpPr>
          <p:cNvPr id="2" name="blue block">
            <a:extLst>
              <a:ext uri="{FF2B5EF4-FFF2-40B4-BE49-F238E27FC236}">
                <a16:creationId xmlns:a16="http://schemas.microsoft.com/office/drawing/2014/main" id="{014F97F4-C5B0-D79E-1ED7-BAE40ECB049C}"/>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orange block">
            <a:extLst>
              <a:ext uri="{FF2B5EF4-FFF2-40B4-BE49-F238E27FC236}">
                <a16:creationId xmlns:a16="http://schemas.microsoft.com/office/drawing/2014/main" id="{DD803DE8-5926-868C-189D-0EB939F81040}"/>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7" name="Text Placeholder 41">
            <a:extLst>
              <a:ext uri="{FF2B5EF4-FFF2-40B4-BE49-F238E27FC236}">
                <a16:creationId xmlns:a16="http://schemas.microsoft.com/office/drawing/2014/main" id="{930470A2-4DF4-3ADC-A7DF-2B8BB472EE38}"/>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3383172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2)">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0284001" y="-1623057"/>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5" name="Picture Placeholder 4">
            <a:extLst>
              <a:ext uri="{FF2B5EF4-FFF2-40B4-BE49-F238E27FC236}">
                <a16:creationId xmlns:a16="http://schemas.microsoft.com/office/drawing/2014/main" id="{76B412AC-0427-5E4D-7CBB-44CC29950189}"/>
              </a:ext>
            </a:extLst>
          </p:cNvPr>
          <p:cNvSpPr>
            <a:spLocks noGrp="1"/>
          </p:cNvSpPr>
          <p:nvPr>
            <p:ph type="pic" sz="quarter" idx="14"/>
          </p:nvPr>
        </p:nvSpPr>
        <p:spPr>
          <a:xfrm>
            <a:off x="356643" y="377425"/>
            <a:ext cx="11505089" cy="5484896"/>
          </a:xfrm>
        </p:spPr>
        <p:txBody>
          <a:bodyPr/>
          <a:lstStyle/>
          <a:p>
            <a:endParaRPr lang="en-US" dirty="0"/>
          </a:p>
        </p:txBody>
      </p:sp>
      <p:sp>
        <p:nvSpPr>
          <p:cNvPr id="2" name="blue block">
            <a:extLst>
              <a:ext uri="{FF2B5EF4-FFF2-40B4-BE49-F238E27FC236}">
                <a16:creationId xmlns:a16="http://schemas.microsoft.com/office/drawing/2014/main" id="{ED42E758-18CD-A2AE-3989-8E422E1BA829}"/>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orange block">
            <a:extLst>
              <a:ext uri="{FF2B5EF4-FFF2-40B4-BE49-F238E27FC236}">
                <a16:creationId xmlns:a16="http://schemas.microsoft.com/office/drawing/2014/main" id="{720917A9-6C95-5988-75AF-C0BE08242A9D}"/>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7" name="Text Placeholder 41">
            <a:extLst>
              <a:ext uri="{FF2B5EF4-FFF2-40B4-BE49-F238E27FC236}">
                <a16:creationId xmlns:a16="http://schemas.microsoft.com/office/drawing/2014/main" id="{1645C08D-DC0B-4621-DCCC-0D4D00B54ACB}"/>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1949252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43717"/>
          <a:stretch/>
        </p:blipFill>
        <p:spPr>
          <a:xfrm>
            <a:off x="1822581" y="5807076"/>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3" name="Media Placeholder 2">
            <a:extLst>
              <a:ext uri="{FF2B5EF4-FFF2-40B4-BE49-F238E27FC236}">
                <a16:creationId xmlns:a16="http://schemas.microsoft.com/office/drawing/2014/main" id="{A7F8EFAB-552E-F569-DEF2-AFB90AEDDDF4}"/>
              </a:ext>
            </a:extLst>
          </p:cNvPr>
          <p:cNvSpPr>
            <a:spLocks noGrp="1"/>
          </p:cNvSpPr>
          <p:nvPr>
            <p:ph type="media" sz="quarter" idx="13"/>
          </p:nvPr>
        </p:nvSpPr>
        <p:spPr>
          <a:xfrm>
            <a:off x="343421" y="352424"/>
            <a:ext cx="11505157" cy="5454651"/>
          </a:xfrm>
        </p:spPr>
        <p:txBody>
          <a:bodyPr/>
          <a:lstStyle/>
          <a:p>
            <a:endParaRPr lang="en-US" dirty="0"/>
          </a:p>
        </p:txBody>
      </p:sp>
      <p:sp>
        <p:nvSpPr>
          <p:cNvPr id="2" name="blue block">
            <a:extLst>
              <a:ext uri="{FF2B5EF4-FFF2-40B4-BE49-F238E27FC236}">
                <a16:creationId xmlns:a16="http://schemas.microsoft.com/office/drawing/2014/main" id="{26B27E1C-4AA2-9B35-D9D7-6E09EECF4E13}"/>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orange block">
            <a:extLst>
              <a:ext uri="{FF2B5EF4-FFF2-40B4-BE49-F238E27FC236}">
                <a16:creationId xmlns:a16="http://schemas.microsoft.com/office/drawing/2014/main" id="{1A2AC7B3-F231-FE72-4531-A1E1AF4608AA}"/>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7" name="Text Placeholder 41">
            <a:extLst>
              <a:ext uri="{FF2B5EF4-FFF2-40B4-BE49-F238E27FC236}">
                <a16:creationId xmlns:a16="http://schemas.microsoft.com/office/drawing/2014/main" id="{AE89F724-BFA9-0F11-A9B0-BFFB118508A5}"/>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351666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eb Vide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12FE21-047A-885A-74D9-0B8C60DF007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9216731">
            <a:off x="8637564" y="-2104813"/>
            <a:ext cx="4178152" cy="5575466"/>
          </a:xfrm>
          <a:prstGeom prst="rect">
            <a:avLst/>
          </a:prstGeom>
        </p:spPr>
      </p:pic>
      <p:grpSp>
        <p:nvGrpSpPr>
          <p:cNvPr id="2" name="Google Shape;973;p58">
            <a:extLst>
              <a:ext uri="{FF2B5EF4-FFF2-40B4-BE49-F238E27FC236}">
                <a16:creationId xmlns:a16="http://schemas.microsoft.com/office/drawing/2014/main" id="{CE342129-4D5F-AA31-7ED5-482C89114197}"/>
              </a:ext>
              <a:ext uri="{C183D7F6-B498-43B3-948B-1728B52AA6E4}">
                <adec:decorative xmlns:adec="http://schemas.microsoft.com/office/drawing/2017/decorative" val="1"/>
              </a:ext>
            </a:extLst>
          </p:cNvPr>
          <p:cNvGrpSpPr/>
          <p:nvPr userDrawn="1"/>
        </p:nvGrpSpPr>
        <p:grpSpPr>
          <a:xfrm>
            <a:off x="1822581" y="282409"/>
            <a:ext cx="8353076" cy="6073941"/>
            <a:chOff x="331763" y="414153"/>
            <a:chExt cx="6903246" cy="5019697"/>
          </a:xfrm>
        </p:grpSpPr>
        <p:sp>
          <p:nvSpPr>
            <p:cNvPr id="5" name="Google Shape;974;p58">
              <a:extLst>
                <a:ext uri="{FF2B5EF4-FFF2-40B4-BE49-F238E27FC236}">
                  <a16:creationId xmlns:a16="http://schemas.microsoft.com/office/drawing/2014/main" id="{B776739A-A815-E62E-7DF3-118F31D58540}"/>
                </a:ext>
              </a:extLst>
            </p:cNvPr>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75;p58">
              <a:extLst>
                <a:ext uri="{FF2B5EF4-FFF2-40B4-BE49-F238E27FC236}">
                  <a16:creationId xmlns:a16="http://schemas.microsoft.com/office/drawing/2014/main" id="{1F16624C-43C2-BE9F-AF67-3EA8DF3BAED9}"/>
                </a:ext>
              </a:extLst>
            </p:cNvPr>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76;p58">
              <a:extLst>
                <a:ext uri="{FF2B5EF4-FFF2-40B4-BE49-F238E27FC236}">
                  <a16:creationId xmlns:a16="http://schemas.microsoft.com/office/drawing/2014/main" id="{F1128113-7F07-F0DC-5290-4E8B427BEA19}"/>
                </a:ext>
              </a:extLst>
            </p:cNvPr>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7" name="Picture 26">
            <a:extLst>
              <a:ext uri="{FF2B5EF4-FFF2-40B4-BE49-F238E27FC236}">
                <a16:creationId xmlns:a16="http://schemas.microsoft.com/office/drawing/2014/main" id="{15361710-00BC-B71A-3367-BD6B3220FE7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43717"/>
          <a:stretch/>
        </p:blipFill>
        <p:spPr>
          <a:xfrm>
            <a:off x="1385369" y="5687387"/>
            <a:ext cx="3523064" cy="3519163"/>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pic>
        <p:nvPicPr>
          <p:cNvPr id="6" name="Picture 5" descr="University of Illinois logo in orange and blue.">
            <a:extLst>
              <a:ext uri="{FF2B5EF4-FFF2-40B4-BE49-F238E27FC236}">
                <a16:creationId xmlns:a16="http://schemas.microsoft.com/office/drawing/2014/main" id="{CBBCEE12-A225-3DA4-6943-413932AD336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39852" y="5998310"/>
            <a:ext cx="421892" cy="609400"/>
          </a:xfrm>
          <a:prstGeom prst="rect">
            <a:avLst/>
          </a:prstGeom>
        </p:spPr>
      </p:pic>
      <p:sp>
        <p:nvSpPr>
          <p:cNvPr id="3" name="Media Placeholder 2">
            <a:extLst>
              <a:ext uri="{FF2B5EF4-FFF2-40B4-BE49-F238E27FC236}">
                <a16:creationId xmlns:a16="http://schemas.microsoft.com/office/drawing/2014/main" id="{A7F8EFAB-552E-F569-DEF2-AFB90AEDDDF4}"/>
              </a:ext>
            </a:extLst>
          </p:cNvPr>
          <p:cNvSpPr>
            <a:spLocks noGrp="1"/>
          </p:cNvSpPr>
          <p:nvPr>
            <p:ph type="media" sz="quarter" idx="13"/>
          </p:nvPr>
        </p:nvSpPr>
        <p:spPr>
          <a:xfrm>
            <a:off x="1969020" y="419100"/>
            <a:ext cx="8060805" cy="4902565"/>
          </a:xfrm>
        </p:spPr>
        <p:txBody>
          <a:bodyPr/>
          <a:lstStyle>
            <a:lvl1pPr>
              <a:defRPr>
                <a:solidFill>
                  <a:schemeClr val="bg1"/>
                </a:solidFill>
              </a:defRPr>
            </a:lvl1pPr>
          </a:lstStyle>
          <a:p>
            <a:endParaRPr lang="en-US"/>
          </a:p>
        </p:txBody>
      </p:sp>
      <p:sp>
        <p:nvSpPr>
          <p:cNvPr id="10" name="blue block">
            <a:extLst>
              <a:ext uri="{FF2B5EF4-FFF2-40B4-BE49-F238E27FC236}">
                <a16:creationId xmlns:a16="http://schemas.microsoft.com/office/drawing/2014/main" id="{77C6FF88-3B55-CC3B-A766-B5C0ED1F2D7D}"/>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orange block">
            <a:extLst>
              <a:ext uri="{FF2B5EF4-FFF2-40B4-BE49-F238E27FC236}">
                <a16:creationId xmlns:a16="http://schemas.microsoft.com/office/drawing/2014/main" id="{6992ADC3-C367-1451-A7A4-B974FAF3E97D}"/>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12" name="Text Placeholder 41">
            <a:extLst>
              <a:ext uri="{FF2B5EF4-FFF2-40B4-BE49-F238E27FC236}">
                <a16:creationId xmlns:a16="http://schemas.microsoft.com/office/drawing/2014/main" id="{0B96B19D-2AC7-2599-85FC-8B374D694DA9}"/>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468664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6" name="Picture 5" descr="A orange line on a black background&#10;&#10;Description automatically generated">
            <a:extLst>
              <a:ext uri="{FF2B5EF4-FFF2-40B4-BE49-F238E27FC236}">
                <a16:creationId xmlns:a16="http://schemas.microsoft.com/office/drawing/2014/main" id="{C33C2C87-DF99-04C2-B816-AD8533F44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63301" y="2197769"/>
            <a:ext cx="4126602" cy="5506674"/>
          </a:xfrm>
          <a:prstGeom prst="rect">
            <a:avLst/>
          </a:prstGeom>
        </p:spPr>
      </p:pic>
      <p:pic>
        <p:nvPicPr>
          <p:cNvPr id="34" name="Picture 33">
            <a:extLst>
              <a:ext uri="{FF2B5EF4-FFF2-40B4-BE49-F238E27FC236}">
                <a16:creationId xmlns:a16="http://schemas.microsoft.com/office/drawing/2014/main" id="{BE5085CE-21A5-AB32-4D42-1BBCD532E26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43717"/>
          <a:stretch/>
        </p:blipFill>
        <p:spPr>
          <a:xfrm>
            <a:off x="10239138" y="-1814174"/>
            <a:ext cx="3905723" cy="3901398"/>
          </a:xfrm>
          <a:prstGeom prst="ellipse">
            <a:avLst/>
          </a:prstGeom>
        </p:spPr>
      </p:pic>
      <p:sp>
        <p:nvSpPr>
          <p:cNvPr id="4" name="Slide Number Placeholder 3">
            <a:extLst>
              <a:ext uri="{FF2B5EF4-FFF2-40B4-BE49-F238E27FC236}">
                <a16:creationId xmlns:a16="http://schemas.microsoft.com/office/drawing/2014/main" id="{C59A6C86-0C3F-AA68-4A10-1854D4236373}"/>
              </a:ext>
            </a:extLst>
          </p:cNvPr>
          <p:cNvSpPr>
            <a:spLocks noGrp="1"/>
          </p:cNvSpPr>
          <p:nvPr>
            <p:ph type="sldNum" sz="quarter" idx="12"/>
          </p:nvPr>
        </p:nvSpPr>
        <p:spPr/>
        <p:txBody>
          <a:bodyPr/>
          <a:lstStyle/>
          <a:p>
            <a:fld id="{2385DA76-2DD3-144A-9C84-6B8D9531DA2D}" type="slidenum">
              <a:rPr lang="en-US" smtClean="0"/>
              <a:t>‹#›</a:t>
            </a:fld>
            <a:endParaRPr lang="en-US" dirty="0"/>
          </a:p>
        </p:txBody>
      </p:sp>
      <p:pic>
        <p:nvPicPr>
          <p:cNvPr id="23" name="Picture 22" descr="Illinois Wordmark in orange and blue.">
            <a:extLst>
              <a:ext uri="{FF2B5EF4-FFF2-40B4-BE49-F238E27FC236}">
                <a16:creationId xmlns:a16="http://schemas.microsoft.com/office/drawing/2014/main" id="{FC6B2217-94D3-53DE-D5EA-B585CDA1AD7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624070" y="3647484"/>
            <a:ext cx="2943860" cy="710780"/>
          </a:xfrm>
          <a:prstGeom prst="rect">
            <a:avLst/>
          </a:prstGeom>
        </p:spPr>
      </p:pic>
      <p:sp>
        <p:nvSpPr>
          <p:cNvPr id="42" name="Text Placeholder 41">
            <a:extLst>
              <a:ext uri="{FF2B5EF4-FFF2-40B4-BE49-F238E27FC236}">
                <a16:creationId xmlns:a16="http://schemas.microsoft.com/office/drawing/2014/main" id="{FE9A7FA8-8D99-C173-1868-C1BB4B75D22C}"/>
              </a:ext>
            </a:extLst>
          </p:cNvPr>
          <p:cNvSpPr>
            <a:spLocks noGrp="1"/>
          </p:cNvSpPr>
          <p:nvPr>
            <p:ph type="body" sz="quarter" idx="13" hasCustomPrompt="1"/>
          </p:nvPr>
        </p:nvSpPr>
        <p:spPr>
          <a:xfrm>
            <a:off x="2494331" y="2479040"/>
            <a:ext cx="7203338" cy="949960"/>
          </a:xfrm>
          <a:solidFill>
            <a:srgbClr val="12284B"/>
          </a:solidFill>
        </p:spPr>
        <p:txBody>
          <a:bodyPr>
            <a:noAutofit/>
          </a:bodyPr>
          <a:lstStyle>
            <a:lvl1pPr marL="0" indent="0" algn="ctr">
              <a:buNone/>
              <a:defRPr sz="7200" b="1" i="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2" name="Text Placeholder 41">
            <a:extLst>
              <a:ext uri="{FF2B5EF4-FFF2-40B4-BE49-F238E27FC236}">
                <a16:creationId xmlns:a16="http://schemas.microsoft.com/office/drawing/2014/main" id="{3C31E721-6F13-D8A7-083C-637BABD214ED}"/>
              </a:ext>
            </a:extLst>
          </p:cNvPr>
          <p:cNvSpPr>
            <a:spLocks noGrp="1"/>
          </p:cNvSpPr>
          <p:nvPr>
            <p:ph type="body" sz="quarter" idx="14"/>
          </p:nvPr>
        </p:nvSpPr>
        <p:spPr>
          <a:xfrm>
            <a:off x="5262000" y="4576748"/>
            <a:ext cx="1667999" cy="520852"/>
          </a:xfrm>
          <a:noFill/>
        </p:spPr>
        <p:txBody>
          <a:bodyPr>
            <a:noAutofit/>
          </a:bodyPr>
          <a:lstStyle>
            <a:lvl1pPr marL="0" indent="0" algn="ctr">
              <a:lnSpc>
                <a:spcPct val="100000"/>
              </a:lnSpc>
              <a:spcBef>
                <a:spcPts val="200"/>
              </a:spcBef>
              <a:buNone/>
              <a:defRPr sz="1000" b="0" i="0" u="none">
                <a:solidFill>
                  <a:srgbClr val="12284B"/>
                </a:solidFill>
                <a:latin typeface="Georgia" panose="02040502050405020303" pitchFamily="18" charset="0"/>
              </a:defRPr>
            </a:lvl1pPr>
          </a:lstStyle>
          <a:p>
            <a:pPr lvl="0"/>
            <a:endParaRPr lang="en-US" dirty="0"/>
          </a:p>
        </p:txBody>
      </p:sp>
      <p:sp>
        <p:nvSpPr>
          <p:cNvPr id="3" name="blue block">
            <a:extLst>
              <a:ext uri="{FF2B5EF4-FFF2-40B4-BE49-F238E27FC236}">
                <a16:creationId xmlns:a16="http://schemas.microsoft.com/office/drawing/2014/main" id="{A9A37D15-0FB6-DAE4-E03F-A5D779113989}"/>
              </a:ext>
              <a:ext uri="{C183D7F6-B498-43B3-948B-1728B52AA6E4}">
                <adec:decorative xmlns:adec="http://schemas.microsoft.com/office/drawing/2017/decorative" val="1"/>
              </a:ext>
            </a:extLst>
          </p:cNvPr>
          <p:cNvSpPr/>
          <p:nvPr userDrawn="1"/>
        </p:nvSpPr>
        <p:spPr>
          <a:xfrm rot="5400000" flipH="1">
            <a:off x="1423334" y="5098656"/>
            <a:ext cx="609399" cy="2408702"/>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orange block">
            <a:extLst>
              <a:ext uri="{FF2B5EF4-FFF2-40B4-BE49-F238E27FC236}">
                <a16:creationId xmlns:a16="http://schemas.microsoft.com/office/drawing/2014/main" id="{11CD5241-B2AE-FDD3-9521-34E8C5578726}"/>
              </a:ext>
              <a:ext uri="{C183D7F6-B498-43B3-948B-1728B52AA6E4}">
                <adec:decorative xmlns:adec="http://schemas.microsoft.com/office/drawing/2017/decorative" val="1"/>
              </a:ext>
            </a:extLst>
          </p:cNvPr>
          <p:cNvSpPr/>
          <p:nvPr userDrawn="1"/>
        </p:nvSpPr>
        <p:spPr>
          <a:xfrm rot="5400000" flipH="1">
            <a:off x="-74671" y="6009354"/>
            <a:ext cx="609400" cy="587308"/>
          </a:xfrm>
          <a:prstGeom prst="rect">
            <a:avLst/>
          </a:prstGeom>
          <a:solidFill>
            <a:srgbClr val="FF5F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5F03"/>
              </a:solidFill>
            </a:endParaRPr>
          </a:p>
        </p:txBody>
      </p:sp>
      <p:sp>
        <p:nvSpPr>
          <p:cNvPr id="7" name="Text Placeholder 41">
            <a:extLst>
              <a:ext uri="{FF2B5EF4-FFF2-40B4-BE49-F238E27FC236}">
                <a16:creationId xmlns:a16="http://schemas.microsoft.com/office/drawing/2014/main" id="{E5D4AA37-4436-1FFD-D940-6D3EA41E2A16}"/>
              </a:ext>
            </a:extLst>
          </p:cNvPr>
          <p:cNvSpPr>
            <a:spLocks noGrp="1"/>
          </p:cNvSpPr>
          <p:nvPr>
            <p:ph type="body" sz="quarter" idx="23"/>
          </p:nvPr>
        </p:nvSpPr>
        <p:spPr>
          <a:xfrm>
            <a:off x="837466" y="6170702"/>
            <a:ext cx="1805722" cy="264615"/>
          </a:xfrm>
          <a:noFill/>
        </p:spPr>
        <p:txBody>
          <a:bodyPr>
            <a:normAutofit/>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endParaRPr lang="en-US" dirty="0"/>
          </a:p>
        </p:txBody>
      </p:sp>
    </p:spTree>
    <p:extLst>
      <p:ext uri="{BB962C8B-B14F-4D97-AF65-F5344CB8AC3E}">
        <p14:creationId xmlns:p14="http://schemas.microsoft.com/office/powerpoint/2010/main" val="2218854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25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4C30FBF-1394-4B2F-259A-7BBAA5666F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12284B"/>
                </a:solidFill>
                <a:latin typeface="Georgia" panose="02040502050405020303" pitchFamily="18" charset="0"/>
              </a:defRPr>
            </a:lvl1pPr>
          </a:lstStyle>
          <a:p>
            <a:fld id="{2385DA76-2DD3-144A-9C84-6B8D9531DA2D}" type="slidenum">
              <a:rPr lang="en-US" smtClean="0"/>
              <a:pPr/>
              <a:t>‹#›</a:t>
            </a:fld>
            <a:endParaRPr lang="en-US" dirty="0"/>
          </a:p>
        </p:txBody>
      </p:sp>
      <p:sp>
        <p:nvSpPr>
          <p:cNvPr id="3" name="Text Placeholder 2">
            <a:extLst>
              <a:ext uri="{FF2B5EF4-FFF2-40B4-BE49-F238E27FC236}">
                <a16:creationId xmlns:a16="http://schemas.microsoft.com/office/drawing/2014/main" id="{D5A7884A-98FD-E13E-88CA-52A9BB3B5E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5A697BB7-053E-8DA9-7A56-8DC39FE278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264905104"/>
      </p:ext>
    </p:extLst>
  </p:cSld>
  <p:clrMap bg1="lt1" tx1="dk1" bg2="lt2" tx2="dk2" accent1="accent1" accent2="accent2" accent3="accent3" accent4="accent4" accent5="accent5" accent6="accent6" hlink="hlink" folHlink="folHlink"/>
  <p:sldLayoutIdLst>
    <p:sldLayoutId id="2147483711" r:id="rId1"/>
    <p:sldLayoutId id="2147483708" r:id="rId2"/>
    <p:sldLayoutId id="2147483700" r:id="rId3"/>
    <p:sldLayoutId id="2147483709" r:id="rId4"/>
    <p:sldLayoutId id="2147483692" r:id="rId5"/>
    <p:sldLayoutId id="2147483660" r:id="rId6"/>
    <p:sldLayoutId id="2147483693" r:id="rId7"/>
    <p:sldLayoutId id="2147483697" r:id="rId8"/>
    <p:sldLayoutId id="2147483696" r:id="rId9"/>
    <p:sldLayoutId id="2147483694" r:id="rId10"/>
    <p:sldLayoutId id="2147483695" r:id="rId11"/>
    <p:sldLayoutId id="2147483688" r:id="rId12"/>
    <p:sldLayoutId id="2147483701" r:id="rId13"/>
    <p:sldLayoutId id="2147483705" r:id="rId14"/>
    <p:sldLayoutId id="2147483702" r:id="rId15"/>
    <p:sldLayoutId id="2147483710" r:id="rId16"/>
    <p:sldLayoutId id="2147483706" r:id="rId17"/>
    <p:sldLayoutId id="2147483707" r:id="rId18"/>
    <p:sldLayoutId id="2147483704" r:id="rId19"/>
    <p:sldLayoutId id="2147483703" r:id="rId20"/>
  </p:sldLayoutIdLst>
  <p:hf hdr="0" ftr="0" dt="0"/>
  <p:txStyles>
    <p:titleStyle>
      <a:lvl1pPr algn="l" defTabSz="914400" rtl="0" eaLnBrk="1" latinLnBrk="0" hangingPunct="1">
        <a:lnSpc>
          <a:spcPct val="90000"/>
        </a:lnSpc>
        <a:spcBef>
          <a:spcPct val="0"/>
        </a:spcBef>
        <a:buNone/>
        <a:defRPr sz="4400" b="1" i="0" kern="1200">
          <a:solidFill>
            <a:srgbClr val="FF5F03"/>
          </a:solidFill>
          <a:latin typeface="Arial Black" panose="020B0604020202020204" pitchFamily="34" charset="0"/>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https://documents.lucid.app/documents/373df8b0-2c91-44b6-826c-0d6f7c161637/pages/0_0?a=1298&amp;x=522&amp;y=-216&amp;w=1255&amp;h=1651&amp;store=1&amp;accept=image%2F*&amp;auth=LCA%20c71d5f0e335db689825aab47d93ba3f87a1e5beef3431801e59f35504516fa35-ts%3D1760543152"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https://documents.lucid.app/documents/373df8b0-2c91-44b6-826c-0d6f7c161637/pages/0_0?a=1298&amp;x=522&amp;y=-216&amp;w=1255&amp;h=1651&amp;store=1&amp;accept=image%2F*&amp;auth=LCA%20c71d5f0e335db689825aab47d93ba3f87a1e5beef3431801e59f35504516fa35-ts%3D176054315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https://documents.lucid.app/documents/373df8b0-2c91-44b6-826c-0d6f7c161637/pages/0_0?a=1298&amp;x=522&amp;y=-216&amp;w=1255&amp;h=1651&amp;store=1&amp;accept=image%2F*&amp;auth=LCA%20c71d5f0e335db689825aab47d93ba3f87a1e5beef3431801e59f35504516fa35-ts%3D176054315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https://documents.lucid.app/documents/373df8b0-2c91-44b6-826c-0d6f7c161637/pages/0_0?a=1298&amp;x=522&amp;y=-216&amp;w=1255&amp;h=1651&amp;store=1&amp;accept=image%2F*&amp;auth=LCA%20c71d5f0e335db689825aab47d93ba3f87a1e5beef3431801e59f35504516fa35-ts%3D176054315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CF9F3-7E2B-A034-45BA-006E02526AAF}"/>
            </a:ext>
          </a:extLst>
        </p:cNvPr>
        <p:cNvGrpSpPr/>
        <p:nvPr/>
      </p:nvGrpSpPr>
      <p:grpSpPr>
        <a:xfrm>
          <a:off x="0" y="0"/>
          <a:ext cx="0" cy="0"/>
          <a:chOff x="0" y="0"/>
          <a:chExt cx="0" cy="0"/>
        </a:xfrm>
      </p:grpSpPr>
      <p:sp>
        <p:nvSpPr>
          <p:cNvPr id="5" name="Text Placeholder 41">
            <a:extLst>
              <a:ext uri="{FF2B5EF4-FFF2-40B4-BE49-F238E27FC236}">
                <a16:creationId xmlns:a16="http://schemas.microsoft.com/office/drawing/2014/main" id="{5B5EB9CA-4AE8-0C57-F667-BC89D4AC4871}"/>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41C5BC46-7157-91B0-5F48-5894B0EE702D}"/>
              </a:ext>
            </a:extLst>
          </p:cNvPr>
          <p:cNvSpPr>
            <a:spLocks noGrp="1"/>
          </p:cNvSpPr>
          <p:nvPr>
            <p:ph type="sldNum" sz="quarter" idx="12"/>
          </p:nvPr>
        </p:nvSpPr>
        <p:spPr/>
        <p:txBody>
          <a:bodyPr/>
          <a:lstStyle/>
          <a:p>
            <a:fld id="{2385DA76-2DD3-144A-9C84-6B8D9531DA2D}" type="slidenum">
              <a:rPr lang="en-US" smtClean="0"/>
              <a:t>1</a:t>
            </a:fld>
            <a:endParaRPr lang="en-US"/>
          </a:p>
        </p:txBody>
      </p:sp>
      <p:sp>
        <p:nvSpPr>
          <p:cNvPr id="8" name="Title 7">
            <a:extLst>
              <a:ext uri="{FF2B5EF4-FFF2-40B4-BE49-F238E27FC236}">
                <a16:creationId xmlns:a16="http://schemas.microsoft.com/office/drawing/2014/main" id="{780227FB-F56C-85BE-1D42-E0A2D1A999EA}"/>
              </a:ext>
            </a:extLst>
          </p:cNvPr>
          <p:cNvSpPr>
            <a:spLocks noGrp="1"/>
          </p:cNvSpPr>
          <p:nvPr>
            <p:ph type="title"/>
          </p:nvPr>
        </p:nvSpPr>
        <p:spPr>
          <a:xfrm>
            <a:off x="2730137" y="1005927"/>
            <a:ext cx="7045759" cy="2172218"/>
          </a:xfrm>
        </p:spPr>
        <p:txBody>
          <a:bodyPr>
            <a:normAutofit/>
          </a:bodyPr>
          <a:lstStyle/>
          <a:p>
            <a:pPr algn="ctr"/>
            <a:r>
              <a:rPr lang="en-US" dirty="0"/>
              <a:t>DATABASE SYSTEM FOR CONSUMER REVIEW ANALYSIS ON </a:t>
            </a:r>
          </a:p>
        </p:txBody>
      </p:sp>
      <p:pic>
        <p:nvPicPr>
          <p:cNvPr id="2050" name="Picture 2">
            <a:extLst>
              <a:ext uri="{FF2B5EF4-FFF2-40B4-BE49-F238E27FC236}">
                <a16:creationId xmlns:a16="http://schemas.microsoft.com/office/drawing/2014/main" id="{D1928ED9-63B8-2511-04FA-91B57791E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5839" y="3021907"/>
            <a:ext cx="3262135" cy="131589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4F7A663-A139-E62A-4807-964F5D5B0E04}"/>
              </a:ext>
            </a:extLst>
          </p:cNvPr>
          <p:cNvSpPr txBox="1"/>
          <p:nvPr/>
        </p:nvSpPr>
        <p:spPr>
          <a:xfrm>
            <a:off x="3919763" y="4870959"/>
            <a:ext cx="4352474" cy="646331"/>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Presenter: Le Kim Ngan Hoang (Kylie)</a:t>
            </a:r>
          </a:p>
          <a:p>
            <a:pPr algn="ctr"/>
            <a:r>
              <a:rPr lang="en-US" b="1" dirty="0">
                <a:latin typeface="Arial" panose="020B0604020202020204" pitchFamily="34" charset="0"/>
                <a:cs typeface="Arial" panose="020B0604020202020204" pitchFamily="34" charset="0"/>
              </a:rPr>
              <a:t>NetID: lkhoang2</a:t>
            </a:r>
          </a:p>
        </p:txBody>
      </p:sp>
    </p:spTree>
    <p:extLst>
      <p:ext uri="{BB962C8B-B14F-4D97-AF65-F5344CB8AC3E}">
        <p14:creationId xmlns:p14="http://schemas.microsoft.com/office/powerpoint/2010/main" val="4016347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79072C-67DD-242B-E7C6-35837D1E1FF3}"/>
              </a:ext>
            </a:extLst>
          </p:cNvPr>
          <p:cNvSpPr>
            <a:spLocks noGrp="1"/>
          </p:cNvSpPr>
          <p:nvPr>
            <p:ph type="title"/>
          </p:nvPr>
        </p:nvSpPr>
        <p:spPr>
          <a:xfrm>
            <a:off x="838210" y="660528"/>
            <a:ext cx="10515590" cy="599096"/>
          </a:xfrm>
        </p:spPr>
        <p:txBody>
          <a:bodyPr>
            <a:normAutofit fontScale="90000"/>
          </a:bodyPr>
          <a:lstStyle/>
          <a:p>
            <a:r>
              <a:rPr lang="en-US" dirty="0"/>
              <a:t>BACKGROUND &amp; OBJECTIVES</a:t>
            </a:r>
          </a:p>
        </p:txBody>
      </p:sp>
      <p:sp>
        <p:nvSpPr>
          <p:cNvPr id="6" name="Text Placeholder 5">
            <a:extLst>
              <a:ext uri="{FF2B5EF4-FFF2-40B4-BE49-F238E27FC236}">
                <a16:creationId xmlns:a16="http://schemas.microsoft.com/office/drawing/2014/main" id="{029994F6-3657-6969-7556-158EB128EF81}"/>
              </a:ext>
            </a:extLst>
          </p:cNvPr>
          <p:cNvSpPr>
            <a:spLocks noGrp="1"/>
          </p:cNvSpPr>
          <p:nvPr>
            <p:ph type="body" sz="quarter" idx="13"/>
          </p:nvPr>
        </p:nvSpPr>
        <p:spPr/>
        <p:txBody>
          <a:bodyPr>
            <a:normAutofit lnSpcReduction="10000"/>
          </a:bodyPr>
          <a:lstStyle/>
          <a:p>
            <a:r>
              <a:rPr lang="en-US" dirty="0"/>
              <a:t>Section 1</a:t>
            </a:r>
          </a:p>
        </p:txBody>
      </p:sp>
      <p:sp>
        <p:nvSpPr>
          <p:cNvPr id="2" name="Content Placeholder 1">
            <a:extLst>
              <a:ext uri="{FF2B5EF4-FFF2-40B4-BE49-F238E27FC236}">
                <a16:creationId xmlns:a16="http://schemas.microsoft.com/office/drawing/2014/main" id="{8CB43443-4A3B-DDFD-AF8D-072428EE3DA1}"/>
              </a:ext>
            </a:extLst>
          </p:cNvPr>
          <p:cNvSpPr>
            <a:spLocks noGrp="1"/>
          </p:cNvSpPr>
          <p:nvPr>
            <p:ph sz="half" idx="2"/>
          </p:nvPr>
        </p:nvSpPr>
        <p:spPr>
          <a:xfrm>
            <a:off x="837466" y="1546361"/>
            <a:ext cx="9716655" cy="4236515"/>
          </a:xfrm>
        </p:spPr>
        <p:txBody>
          <a:bodyPr>
            <a:normAutofit lnSpcReduction="10000"/>
          </a:bodyPr>
          <a:lstStyle/>
          <a:p>
            <a:r>
              <a:rPr lang="en-US" b="1" dirty="0"/>
              <a:t>Background: Marketing </a:t>
            </a:r>
          </a:p>
          <a:p>
            <a:pPr>
              <a:buFontTx/>
              <a:buChar char="-"/>
            </a:pPr>
            <a:r>
              <a:rPr lang="en-US" dirty="0"/>
              <a:t>Acknowledge the database necessity in </a:t>
            </a:r>
            <a:r>
              <a:rPr lang="en-US" b="1" dirty="0">
                <a:solidFill>
                  <a:schemeClr val="tx2"/>
                </a:solidFill>
              </a:rPr>
              <a:t>aligning shared understanding of customers &amp; marketing performance </a:t>
            </a:r>
            <a:r>
              <a:rPr lang="en-US" dirty="0"/>
              <a:t>over time</a:t>
            </a:r>
          </a:p>
          <a:p>
            <a:pPr>
              <a:buFontTx/>
              <a:buChar char="-"/>
            </a:pPr>
            <a:endParaRPr lang="en-US" dirty="0"/>
          </a:p>
          <a:p>
            <a:r>
              <a:rPr lang="en-US" b="1" dirty="0"/>
              <a:t>Objectives: </a:t>
            </a:r>
          </a:p>
          <a:p>
            <a:pPr>
              <a:buFontTx/>
              <a:buChar char="-"/>
            </a:pPr>
            <a:r>
              <a:rPr lang="en-US" dirty="0"/>
              <a:t>Utilizing available user review data of </a:t>
            </a:r>
            <a:r>
              <a:rPr lang="en-US" b="1" dirty="0">
                <a:solidFill>
                  <a:schemeClr val="tx2"/>
                </a:solidFill>
              </a:rPr>
              <a:t>Yelp – consumer reviews platforms in the US &amp; Canada</a:t>
            </a:r>
          </a:p>
          <a:p>
            <a:pPr>
              <a:buFontTx/>
              <a:buChar char="-"/>
            </a:pPr>
            <a:r>
              <a:rPr lang="en-US" dirty="0"/>
              <a:t>Seek to design &amp; implement database system capable of </a:t>
            </a:r>
            <a:r>
              <a:rPr lang="en-US" dirty="0">
                <a:solidFill>
                  <a:schemeClr val="tx2"/>
                </a:solidFill>
              </a:rPr>
              <a:t>generating meaningful insights</a:t>
            </a:r>
            <a:r>
              <a:rPr lang="en-US" dirty="0"/>
              <a:t> into consumer behavior.</a:t>
            </a:r>
          </a:p>
        </p:txBody>
      </p:sp>
      <p:sp>
        <p:nvSpPr>
          <p:cNvPr id="5" name="Text Placeholder 41">
            <a:extLst>
              <a:ext uri="{FF2B5EF4-FFF2-40B4-BE49-F238E27FC236}">
                <a16:creationId xmlns:a16="http://schemas.microsoft.com/office/drawing/2014/main" id="{9A13D4AB-947B-5C15-1F31-76311C87D4C5}"/>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22FC3AED-5C97-CDDA-187A-0ABE552F433D}"/>
              </a:ext>
            </a:extLst>
          </p:cNvPr>
          <p:cNvSpPr>
            <a:spLocks noGrp="1"/>
          </p:cNvSpPr>
          <p:nvPr>
            <p:ph type="sldNum" sz="quarter" idx="12"/>
          </p:nvPr>
        </p:nvSpPr>
        <p:spPr/>
        <p:txBody>
          <a:bodyPr/>
          <a:lstStyle/>
          <a:p>
            <a:fld id="{2385DA76-2DD3-144A-9C84-6B8D9531DA2D}" type="slidenum">
              <a:rPr lang="en-US" smtClean="0"/>
              <a:t>2</a:t>
            </a:fld>
            <a:endParaRPr lang="en-US"/>
          </a:p>
        </p:txBody>
      </p:sp>
    </p:spTree>
    <p:extLst>
      <p:ext uri="{BB962C8B-B14F-4D97-AF65-F5344CB8AC3E}">
        <p14:creationId xmlns:p14="http://schemas.microsoft.com/office/powerpoint/2010/main" val="33421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C7870C-166B-96E9-DFAD-50CCDB536F56}"/>
              </a:ext>
            </a:extLst>
          </p:cNvPr>
          <p:cNvSpPr>
            <a:spLocks noGrp="1"/>
          </p:cNvSpPr>
          <p:nvPr>
            <p:ph type="title"/>
          </p:nvPr>
        </p:nvSpPr>
        <p:spPr/>
        <p:txBody>
          <a:bodyPr>
            <a:normAutofit fontScale="90000"/>
          </a:bodyPr>
          <a:lstStyle/>
          <a:p>
            <a:r>
              <a:rPr lang="en-US" dirty="0"/>
              <a:t>USERS’ REQUIREMENTS</a:t>
            </a:r>
          </a:p>
        </p:txBody>
      </p:sp>
      <p:sp>
        <p:nvSpPr>
          <p:cNvPr id="6" name="Text Placeholder 5">
            <a:extLst>
              <a:ext uri="{FF2B5EF4-FFF2-40B4-BE49-F238E27FC236}">
                <a16:creationId xmlns:a16="http://schemas.microsoft.com/office/drawing/2014/main" id="{CA178283-4F54-D43C-2FAC-B107721B081C}"/>
              </a:ext>
            </a:extLst>
          </p:cNvPr>
          <p:cNvSpPr>
            <a:spLocks noGrp="1"/>
          </p:cNvSpPr>
          <p:nvPr>
            <p:ph type="body" sz="quarter" idx="13"/>
          </p:nvPr>
        </p:nvSpPr>
        <p:spPr/>
        <p:txBody>
          <a:bodyPr>
            <a:normAutofit lnSpcReduction="10000"/>
          </a:bodyPr>
          <a:lstStyle/>
          <a:p>
            <a:r>
              <a:rPr lang="en-US" dirty="0"/>
              <a:t>Section 2</a:t>
            </a:r>
          </a:p>
        </p:txBody>
      </p:sp>
      <p:sp>
        <p:nvSpPr>
          <p:cNvPr id="2" name="Content Placeholder 1">
            <a:extLst>
              <a:ext uri="{FF2B5EF4-FFF2-40B4-BE49-F238E27FC236}">
                <a16:creationId xmlns:a16="http://schemas.microsoft.com/office/drawing/2014/main" id="{00B8853A-1970-D8D4-F337-88F17FD58BC2}"/>
              </a:ext>
            </a:extLst>
          </p:cNvPr>
          <p:cNvSpPr>
            <a:spLocks noGrp="1"/>
          </p:cNvSpPr>
          <p:nvPr>
            <p:ph sz="half" idx="2"/>
          </p:nvPr>
        </p:nvSpPr>
        <p:spPr>
          <a:xfrm>
            <a:off x="837456" y="1617216"/>
            <a:ext cx="10515600" cy="1781685"/>
          </a:xfrm>
        </p:spPr>
        <p:txBody>
          <a:bodyPr>
            <a:normAutofit lnSpcReduction="10000"/>
          </a:bodyPr>
          <a:lstStyle/>
          <a:p>
            <a:pPr marL="0" indent="0">
              <a:buNone/>
            </a:pPr>
            <a:r>
              <a:rPr lang="en-US" sz="2400" dirty="0"/>
              <a:t>1. </a:t>
            </a:r>
            <a:r>
              <a:rPr lang="en-US" sz="2400" b="1" dirty="0">
                <a:solidFill>
                  <a:schemeClr val="tx2"/>
                </a:solidFill>
              </a:rPr>
              <a:t>Data requirements</a:t>
            </a:r>
          </a:p>
          <a:p>
            <a:r>
              <a:rPr lang="en-US" sz="2400" dirty="0"/>
              <a:t>Required data: Review data, users’ info, business’s info</a:t>
            </a:r>
          </a:p>
          <a:p>
            <a:r>
              <a:rPr lang="en-US" sz="2400" dirty="0"/>
              <a:t>Information should be able to link back to correct user or business</a:t>
            </a:r>
          </a:p>
          <a:p>
            <a:r>
              <a:rPr lang="en-US" sz="2400" dirty="0"/>
              <a:t>Duplicates should be avoided</a:t>
            </a:r>
          </a:p>
        </p:txBody>
      </p:sp>
      <p:sp>
        <p:nvSpPr>
          <p:cNvPr id="5" name="Text Placeholder 41">
            <a:extLst>
              <a:ext uri="{FF2B5EF4-FFF2-40B4-BE49-F238E27FC236}">
                <a16:creationId xmlns:a16="http://schemas.microsoft.com/office/drawing/2014/main" id="{11D72C27-EAE2-F988-9D69-73B84FF3D70E}"/>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8282F4EE-C63D-A180-1EEB-7E30EC1AB235}"/>
              </a:ext>
            </a:extLst>
          </p:cNvPr>
          <p:cNvSpPr>
            <a:spLocks noGrp="1"/>
          </p:cNvSpPr>
          <p:nvPr>
            <p:ph type="sldNum" sz="quarter" idx="12"/>
          </p:nvPr>
        </p:nvSpPr>
        <p:spPr/>
        <p:txBody>
          <a:bodyPr/>
          <a:lstStyle/>
          <a:p>
            <a:fld id="{2385DA76-2DD3-144A-9C84-6B8D9531DA2D}" type="slidenum">
              <a:rPr lang="en-US" smtClean="0"/>
              <a:t>3</a:t>
            </a:fld>
            <a:endParaRPr lang="en-US"/>
          </a:p>
        </p:txBody>
      </p:sp>
      <p:sp>
        <p:nvSpPr>
          <p:cNvPr id="7" name="Content Placeholder 1">
            <a:extLst>
              <a:ext uri="{FF2B5EF4-FFF2-40B4-BE49-F238E27FC236}">
                <a16:creationId xmlns:a16="http://schemas.microsoft.com/office/drawing/2014/main" id="{8F50AC00-5685-2536-4FCE-FBACF9CC9FE1}"/>
              </a:ext>
            </a:extLst>
          </p:cNvPr>
          <p:cNvSpPr txBox="1">
            <a:spLocks/>
          </p:cNvSpPr>
          <p:nvPr/>
        </p:nvSpPr>
        <p:spPr>
          <a:xfrm>
            <a:off x="837466" y="3459099"/>
            <a:ext cx="10515600" cy="2387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2. </a:t>
            </a:r>
            <a:r>
              <a:rPr lang="en-US" sz="2400" b="1" dirty="0">
                <a:solidFill>
                  <a:schemeClr val="tx2"/>
                </a:solidFill>
              </a:rPr>
              <a:t>Functional requirements</a:t>
            </a:r>
          </a:p>
          <a:p>
            <a:r>
              <a:rPr lang="en-US" sz="2400" dirty="0"/>
              <a:t>Systematically organized into well-defined relations</a:t>
            </a:r>
          </a:p>
          <a:p>
            <a:r>
              <a:rPr lang="en-US" sz="2400" dirty="0"/>
              <a:t>Data dictionaries should be provided </a:t>
            </a:r>
          </a:p>
          <a:p>
            <a:r>
              <a:rPr lang="en-US" sz="2400" dirty="0"/>
              <a:t>Support full cycle of data management activities </a:t>
            </a:r>
          </a:p>
          <a:p>
            <a:r>
              <a:rPr lang="en-US" sz="2400" dirty="0"/>
              <a:t>Support standardized and ad-hoc analyses</a:t>
            </a:r>
            <a:endParaRPr lang="en-US" sz="2000" dirty="0"/>
          </a:p>
        </p:txBody>
      </p:sp>
    </p:spTree>
    <p:extLst>
      <p:ext uri="{BB962C8B-B14F-4D97-AF65-F5344CB8AC3E}">
        <p14:creationId xmlns:p14="http://schemas.microsoft.com/office/powerpoint/2010/main" val="142537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C795-14EB-BE4F-83F4-4C7A8C792F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1C6243-27CE-0654-EA8B-507596B25FD5}"/>
              </a:ext>
            </a:extLst>
          </p:cNvPr>
          <p:cNvSpPr>
            <a:spLocks noGrp="1"/>
          </p:cNvSpPr>
          <p:nvPr>
            <p:ph type="title"/>
          </p:nvPr>
        </p:nvSpPr>
        <p:spPr/>
        <p:txBody>
          <a:bodyPr>
            <a:normAutofit fontScale="90000"/>
          </a:bodyPr>
          <a:lstStyle/>
          <a:p>
            <a:r>
              <a:rPr lang="en-US" dirty="0"/>
              <a:t>USERS’ REQUIREMENTS</a:t>
            </a:r>
          </a:p>
        </p:txBody>
      </p:sp>
      <p:sp>
        <p:nvSpPr>
          <p:cNvPr id="6" name="Text Placeholder 5">
            <a:extLst>
              <a:ext uri="{FF2B5EF4-FFF2-40B4-BE49-F238E27FC236}">
                <a16:creationId xmlns:a16="http://schemas.microsoft.com/office/drawing/2014/main" id="{A1E84BD5-2FEA-AE0D-3990-01C4F9A8ABD4}"/>
              </a:ext>
            </a:extLst>
          </p:cNvPr>
          <p:cNvSpPr>
            <a:spLocks noGrp="1"/>
          </p:cNvSpPr>
          <p:nvPr>
            <p:ph type="body" sz="quarter" idx="13"/>
          </p:nvPr>
        </p:nvSpPr>
        <p:spPr/>
        <p:txBody>
          <a:bodyPr>
            <a:normAutofit lnSpcReduction="10000"/>
          </a:bodyPr>
          <a:lstStyle/>
          <a:p>
            <a:r>
              <a:rPr lang="en-US" dirty="0"/>
              <a:t>Section 2</a:t>
            </a:r>
          </a:p>
        </p:txBody>
      </p:sp>
      <p:sp>
        <p:nvSpPr>
          <p:cNvPr id="2" name="Content Placeholder 1">
            <a:extLst>
              <a:ext uri="{FF2B5EF4-FFF2-40B4-BE49-F238E27FC236}">
                <a16:creationId xmlns:a16="http://schemas.microsoft.com/office/drawing/2014/main" id="{9A0B8E04-86E6-2B3E-9520-B0F4274900FD}"/>
              </a:ext>
            </a:extLst>
          </p:cNvPr>
          <p:cNvSpPr>
            <a:spLocks noGrp="1"/>
          </p:cNvSpPr>
          <p:nvPr>
            <p:ph sz="half" idx="2"/>
          </p:nvPr>
        </p:nvSpPr>
        <p:spPr>
          <a:xfrm>
            <a:off x="838195" y="1546361"/>
            <a:ext cx="10515600" cy="4309494"/>
          </a:xfrm>
        </p:spPr>
        <p:txBody>
          <a:bodyPr>
            <a:normAutofit fontScale="62500" lnSpcReduction="20000"/>
          </a:bodyPr>
          <a:lstStyle/>
          <a:p>
            <a:pPr marL="0" indent="0">
              <a:lnSpc>
                <a:spcPct val="120000"/>
              </a:lnSpc>
              <a:buNone/>
            </a:pPr>
            <a:r>
              <a:rPr lang="en-US" dirty="0"/>
              <a:t>3</a:t>
            </a:r>
            <a:r>
              <a:rPr lang="en-US" dirty="0">
                <a:solidFill>
                  <a:schemeClr val="tx2"/>
                </a:solidFill>
              </a:rPr>
              <a:t>. </a:t>
            </a:r>
            <a:r>
              <a:rPr lang="en-US" b="1" dirty="0">
                <a:solidFill>
                  <a:schemeClr val="tx2"/>
                </a:solidFill>
              </a:rPr>
              <a:t>Potential users </a:t>
            </a:r>
            <a:r>
              <a:rPr lang="en-US" dirty="0">
                <a:solidFill>
                  <a:schemeClr val="tx2"/>
                </a:solidFill>
              </a:rPr>
              <a:t>: </a:t>
            </a:r>
            <a:r>
              <a:rPr lang="en-US" dirty="0"/>
              <a:t>Business Managers, Marketing &amp; Analytics team, Yelp Administrators </a:t>
            </a:r>
          </a:p>
          <a:p>
            <a:pPr marL="0" indent="0">
              <a:lnSpc>
                <a:spcPct val="120000"/>
              </a:lnSpc>
              <a:buNone/>
            </a:pPr>
            <a:r>
              <a:rPr lang="en-US" dirty="0"/>
              <a:t>4.</a:t>
            </a:r>
            <a:r>
              <a:rPr lang="en-US" b="1" dirty="0"/>
              <a:t> </a:t>
            </a:r>
            <a:r>
              <a:rPr lang="en-US" b="1" dirty="0">
                <a:solidFill>
                  <a:schemeClr val="tx2"/>
                </a:solidFill>
              </a:rPr>
              <a:t>Access level: </a:t>
            </a:r>
          </a:p>
          <a:p>
            <a:pPr>
              <a:lnSpc>
                <a:spcPct val="120000"/>
              </a:lnSpc>
            </a:pPr>
            <a:r>
              <a:rPr lang="en-US" b="1" dirty="0"/>
              <a:t>Managers: </a:t>
            </a:r>
            <a:r>
              <a:rPr lang="en-US" dirty="0"/>
              <a:t>Authorized to view their business’s datasets</a:t>
            </a:r>
          </a:p>
          <a:p>
            <a:pPr>
              <a:lnSpc>
                <a:spcPct val="120000"/>
              </a:lnSpc>
            </a:pPr>
            <a:r>
              <a:rPr lang="en-US" b="1" dirty="0"/>
              <a:t>Marketing &amp; Analytics team: </a:t>
            </a:r>
            <a:r>
              <a:rPr lang="en-US" dirty="0"/>
              <a:t>Extract for analytical purposes, model development,..</a:t>
            </a:r>
            <a:r>
              <a:rPr lang="en-US" dirty="0" err="1"/>
              <a:t>etc</a:t>
            </a:r>
            <a:r>
              <a:rPr lang="en-US" dirty="0"/>
              <a:t> </a:t>
            </a:r>
          </a:p>
          <a:p>
            <a:pPr marL="0" indent="0">
              <a:lnSpc>
                <a:spcPct val="120000"/>
              </a:lnSpc>
              <a:buNone/>
            </a:pPr>
            <a:r>
              <a:rPr lang="en-US" i="1" dirty="0"/>
              <a:t>(Restricted from access to confidential users’ information )</a:t>
            </a:r>
          </a:p>
          <a:p>
            <a:pPr>
              <a:lnSpc>
                <a:spcPct val="120000"/>
              </a:lnSpc>
            </a:pPr>
            <a:r>
              <a:rPr lang="en-US" b="1" dirty="0"/>
              <a:t>Yelp admin: </a:t>
            </a:r>
            <a:r>
              <a:rPr lang="en-US" dirty="0"/>
              <a:t>the highest authority, maintains data integrity by monitoring system access &amp; potential security incidents</a:t>
            </a:r>
          </a:p>
          <a:p>
            <a:pPr marL="0" indent="0">
              <a:lnSpc>
                <a:spcPct val="120000"/>
              </a:lnSpc>
              <a:buNone/>
            </a:pPr>
            <a:r>
              <a:rPr lang="en-US" dirty="0"/>
              <a:t>5. </a:t>
            </a:r>
            <a:r>
              <a:rPr lang="en-US" b="1" dirty="0">
                <a:solidFill>
                  <a:schemeClr val="tx2"/>
                </a:solidFill>
              </a:rPr>
              <a:t>Authentication: </a:t>
            </a:r>
          </a:p>
          <a:p>
            <a:pPr>
              <a:lnSpc>
                <a:spcPct val="120000"/>
              </a:lnSpc>
            </a:pPr>
            <a:r>
              <a:rPr lang="en-US" dirty="0"/>
              <a:t>Each user has unique credentials &amp; individual accounts </a:t>
            </a:r>
          </a:p>
          <a:p>
            <a:pPr>
              <a:lnSpc>
                <a:spcPct val="120000"/>
              </a:lnSpc>
            </a:pPr>
            <a:r>
              <a:rPr lang="en-US" dirty="0"/>
              <a:t>Email addresses should be masked, and IP addresses are strictly prevented</a:t>
            </a:r>
          </a:p>
          <a:p>
            <a:pPr>
              <a:lnSpc>
                <a:spcPct val="120000"/>
              </a:lnSpc>
            </a:pPr>
            <a:r>
              <a:rPr lang="en-US" dirty="0"/>
              <a:t>Only publicly available Yelp data will be utilized in this project</a:t>
            </a:r>
          </a:p>
        </p:txBody>
      </p:sp>
      <p:sp>
        <p:nvSpPr>
          <p:cNvPr id="5" name="Text Placeholder 41">
            <a:extLst>
              <a:ext uri="{FF2B5EF4-FFF2-40B4-BE49-F238E27FC236}">
                <a16:creationId xmlns:a16="http://schemas.microsoft.com/office/drawing/2014/main" id="{7B100E37-2EF7-1E44-8313-3DD8A18AC846}"/>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22676E12-A438-1751-6D94-0C085A93A611}"/>
              </a:ext>
            </a:extLst>
          </p:cNvPr>
          <p:cNvSpPr>
            <a:spLocks noGrp="1"/>
          </p:cNvSpPr>
          <p:nvPr>
            <p:ph type="sldNum" sz="quarter" idx="12"/>
          </p:nvPr>
        </p:nvSpPr>
        <p:spPr/>
        <p:txBody>
          <a:bodyPr/>
          <a:lstStyle/>
          <a:p>
            <a:fld id="{2385DA76-2DD3-144A-9C84-6B8D9531DA2D}" type="slidenum">
              <a:rPr lang="en-US" smtClean="0"/>
              <a:t>4</a:t>
            </a:fld>
            <a:endParaRPr lang="en-US"/>
          </a:p>
        </p:txBody>
      </p:sp>
    </p:spTree>
    <p:extLst>
      <p:ext uri="{BB962C8B-B14F-4D97-AF65-F5344CB8AC3E}">
        <p14:creationId xmlns:p14="http://schemas.microsoft.com/office/powerpoint/2010/main" val="215309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22FB7-0A50-BE90-DEBA-C9D0059E0C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60CEB2-B120-57F1-A870-C984BA22A941}"/>
              </a:ext>
            </a:extLst>
          </p:cNvPr>
          <p:cNvSpPr>
            <a:spLocks noGrp="1"/>
          </p:cNvSpPr>
          <p:nvPr>
            <p:ph type="title"/>
          </p:nvPr>
        </p:nvSpPr>
        <p:spPr/>
        <p:txBody>
          <a:bodyPr>
            <a:normAutofit fontScale="90000"/>
          </a:bodyPr>
          <a:lstStyle/>
          <a:p>
            <a:r>
              <a:rPr lang="en-US" dirty="0"/>
              <a:t>MAJOR ENTITIES &amp; DESCRIPTION</a:t>
            </a:r>
          </a:p>
        </p:txBody>
      </p:sp>
      <p:sp>
        <p:nvSpPr>
          <p:cNvPr id="6" name="Text Placeholder 5">
            <a:extLst>
              <a:ext uri="{FF2B5EF4-FFF2-40B4-BE49-F238E27FC236}">
                <a16:creationId xmlns:a16="http://schemas.microsoft.com/office/drawing/2014/main" id="{C6053B42-80E0-D1FF-7F3C-8A348BEBAB0E}"/>
              </a:ext>
            </a:extLst>
          </p:cNvPr>
          <p:cNvSpPr>
            <a:spLocks noGrp="1"/>
          </p:cNvSpPr>
          <p:nvPr>
            <p:ph type="body" sz="quarter" idx="13"/>
          </p:nvPr>
        </p:nvSpPr>
        <p:spPr/>
        <p:txBody>
          <a:bodyPr>
            <a:normAutofit lnSpcReduction="10000"/>
          </a:bodyPr>
          <a:lstStyle/>
          <a:p>
            <a:r>
              <a:rPr lang="en-US" dirty="0"/>
              <a:t>Section 3</a:t>
            </a:r>
          </a:p>
        </p:txBody>
      </p:sp>
      <p:sp>
        <p:nvSpPr>
          <p:cNvPr id="2" name="Content Placeholder 1">
            <a:extLst>
              <a:ext uri="{FF2B5EF4-FFF2-40B4-BE49-F238E27FC236}">
                <a16:creationId xmlns:a16="http://schemas.microsoft.com/office/drawing/2014/main" id="{BBD85BD8-0FA0-2A3B-86D9-DF5EF9C2306B}"/>
              </a:ext>
            </a:extLst>
          </p:cNvPr>
          <p:cNvSpPr>
            <a:spLocks noGrp="1"/>
          </p:cNvSpPr>
          <p:nvPr>
            <p:ph sz="half" idx="4294967295"/>
          </p:nvPr>
        </p:nvSpPr>
        <p:spPr>
          <a:xfrm>
            <a:off x="902855" y="1695540"/>
            <a:ext cx="4989945" cy="3991084"/>
          </a:xfrm>
        </p:spPr>
        <p:txBody>
          <a:bodyPr>
            <a:normAutofit fontScale="70000" lnSpcReduction="20000"/>
          </a:bodyPr>
          <a:lstStyle/>
          <a:p>
            <a:pPr>
              <a:lnSpc>
                <a:spcPct val="120000"/>
              </a:lnSpc>
            </a:pPr>
            <a:r>
              <a:rPr lang="en-US" b="1" dirty="0"/>
              <a:t>USER</a:t>
            </a:r>
            <a:r>
              <a:rPr lang="en-US" dirty="0"/>
              <a:t> : The entity holds information about Yelp users</a:t>
            </a:r>
          </a:p>
          <a:p>
            <a:pPr algn="just">
              <a:lnSpc>
                <a:spcPct val="120000"/>
              </a:lnSpc>
            </a:pPr>
            <a:r>
              <a:rPr lang="en-US" dirty="0"/>
              <a:t>Attributes include user ID, name, number of reviews written, the date the user joined Yelp, their list of friends, and the number of votes (useful, funny, cool) they have given. Other attributes considered include fan count, elite years, average rating across reviews, and counts of compliments received in different categories (hot, cute, photos, etc.).  </a:t>
            </a:r>
          </a:p>
          <a:p>
            <a:endParaRPr lang="en-US" dirty="0"/>
          </a:p>
        </p:txBody>
      </p:sp>
      <p:sp>
        <p:nvSpPr>
          <p:cNvPr id="3" name="Slide Number Placeholder 2">
            <a:extLst>
              <a:ext uri="{FF2B5EF4-FFF2-40B4-BE49-F238E27FC236}">
                <a16:creationId xmlns:a16="http://schemas.microsoft.com/office/drawing/2014/main" id="{2AA4F8A6-76C8-1965-8056-C0B6D6EDF0F8}"/>
              </a:ext>
            </a:extLst>
          </p:cNvPr>
          <p:cNvSpPr>
            <a:spLocks noGrp="1"/>
          </p:cNvSpPr>
          <p:nvPr>
            <p:ph type="sldNum" sz="quarter" idx="12"/>
          </p:nvPr>
        </p:nvSpPr>
        <p:spPr/>
        <p:txBody>
          <a:bodyPr/>
          <a:lstStyle/>
          <a:p>
            <a:fld id="{2385DA76-2DD3-144A-9C84-6B8D9531DA2D}" type="slidenum">
              <a:rPr lang="en-US" smtClean="0"/>
              <a:t>5</a:t>
            </a:fld>
            <a:endParaRPr lang="en-US"/>
          </a:p>
        </p:txBody>
      </p:sp>
      <p:sp>
        <p:nvSpPr>
          <p:cNvPr id="7" name="Rectangle 2">
            <a:extLst>
              <a:ext uri="{FF2B5EF4-FFF2-40B4-BE49-F238E27FC236}">
                <a16:creationId xmlns:a16="http://schemas.microsoft.com/office/drawing/2014/main" id="{5418F5D9-898D-E225-0114-BB85CAD026A4}"/>
              </a:ext>
            </a:extLst>
          </p:cNvPr>
          <p:cNvSpPr>
            <a:spLocks noChangeArrowheads="1"/>
          </p:cNvSpPr>
          <p:nvPr/>
        </p:nvSpPr>
        <p:spPr bwMode="auto">
          <a:xfrm>
            <a:off x="1366982" y="-7481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6">
            <a:extLst>
              <a:ext uri="{FF2B5EF4-FFF2-40B4-BE49-F238E27FC236}">
                <a16:creationId xmlns:a16="http://schemas.microsoft.com/office/drawing/2014/main" id="{E975DB65-A551-3CFF-CB62-2DD26FE05F5C}"/>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59937" t="52748" r="4665" b="3660"/>
          <a:stretch>
            <a:fillRect/>
          </a:stretch>
        </p:blipFill>
        <p:spPr bwMode="auto">
          <a:xfrm>
            <a:off x="7100454" y="1546361"/>
            <a:ext cx="2881746" cy="4673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154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5C16C-A7EA-A272-462A-8F54F2E0C0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7F96E1-8059-3054-F14E-5664D7501386}"/>
              </a:ext>
            </a:extLst>
          </p:cNvPr>
          <p:cNvSpPr>
            <a:spLocks noGrp="1"/>
          </p:cNvSpPr>
          <p:nvPr>
            <p:ph type="title"/>
          </p:nvPr>
        </p:nvSpPr>
        <p:spPr/>
        <p:txBody>
          <a:bodyPr>
            <a:normAutofit fontScale="90000"/>
          </a:bodyPr>
          <a:lstStyle/>
          <a:p>
            <a:r>
              <a:rPr lang="en-US" dirty="0"/>
              <a:t>MAJOR ENTITIES &amp; DESCRIPTION</a:t>
            </a:r>
          </a:p>
        </p:txBody>
      </p:sp>
      <p:sp>
        <p:nvSpPr>
          <p:cNvPr id="6" name="Text Placeholder 5">
            <a:extLst>
              <a:ext uri="{FF2B5EF4-FFF2-40B4-BE49-F238E27FC236}">
                <a16:creationId xmlns:a16="http://schemas.microsoft.com/office/drawing/2014/main" id="{013FB7D8-DE1D-DB2D-0387-286C13372320}"/>
              </a:ext>
            </a:extLst>
          </p:cNvPr>
          <p:cNvSpPr>
            <a:spLocks noGrp="1"/>
          </p:cNvSpPr>
          <p:nvPr>
            <p:ph type="body" sz="quarter" idx="13"/>
          </p:nvPr>
        </p:nvSpPr>
        <p:spPr/>
        <p:txBody>
          <a:bodyPr>
            <a:normAutofit lnSpcReduction="10000"/>
          </a:bodyPr>
          <a:lstStyle/>
          <a:p>
            <a:r>
              <a:rPr lang="en-US" dirty="0"/>
              <a:t>Section 3</a:t>
            </a:r>
          </a:p>
        </p:txBody>
      </p:sp>
      <p:sp>
        <p:nvSpPr>
          <p:cNvPr id="2" name="Content Placeholder 1">
            <a:extLst>
              <a:ext uri="{FF2B5EF4-FFF2-40B4-BE49-F238E27FC236}">
                <a16:creationId xmlns:a16="http://schemas.microsoft.com/office/drawing/2014/main" id="{6FE15A81-D298-73D8-91A9-4E2F75ED9F0B}"/>
              </a:ext>
            </a:extLst>
          </p:cNvPr>
          <p:cNvSpPr>
            <a:spLocks noGrp="1"/>
          </p:cNvSpPr>
          <p:nvPr>
            <p:ph sz="half" idx="4294967295"/>
          </p:nvPr>
        </p:nvSpPr>
        <p:spPr>
          <a:xfrm>
            <a:off x="902855" y="1695540"/>
            <a:ext cx="4989945" cy="3991084"/>
          </a:xfrm>
        </p:spPr>
        <p:txBody>
          <a:bodyPr>
            <a:normAutofit fontScale="70000" lnSpcReduction="20000"/>
          </a:bodyPr>
          <a:lstStyle/>
          <a:p>
            <a:pPr>
              <a:lnSpc>
                <a:spcPct val="120000"/>
              </a:lnSpc>
            </a:pPr>
            <a:r>
              <a:rPr lang="en-US" b="1" dirty="0"/>
              <a:t>BUSINESS:</a:t>
            </a:r>
            <a:r>
              <a:rPr lang="en-US" dirty="0"/>
              <a:t> This entity holds content about business listed on Yelp</a:t>
            </a:r>
          </a:p>
          <a:p>
            <a:pPr algn="just">
              <a:lnSpc>
                <a:spcPct val="120000"/>
              </a:lnSpc>
            </a:pPr>
            <a:r>
              <a:rPr lang="en-US" dirty="0"/>
              <a:t>The attributes that might be covered include business ID, name, address, city, state, postal code, latitude, longitude, average star rating, counts of reviews, and whether the business is open or not. It also stores information related to categories, opening hours, and business service attributes (like parking, takeout options).</a:t>
            </a:r>
          </a:p>
          <a:p>
            <a:endParaRPr lang="en-US" dirty="0"/>
          </a:p>
        </p:txBody>
      </p:sp>
      <p:sp>
        <p:nvSpPr>
          <p:cNvPr id="3" name="Slide Number Placeholder 2">
            <a:extLst>
              <a:ext uri="{FF2B5EF4-FFF2-40B4-BE49-F238E27FC236}">
                <a16:creationId xmlns:a16="http://schemas.microsoft.com/office/drawing/2014/main" id="{BA0B887A-2C57-8304-3013-D641EA8073DB}"/>
              </a:ext>
            </a:extLst>
          </p:cNvPr>
          <p:cNvSpPr>
            <a:spLocks noGrp="1"/>
          </p:cNvSpPr>
          <p:nvPr>
            <p:ph type="sldNum" sz="quarter" idx="12"/>
          </p:nvPr>
        </p:nvSpPr>
        <p:spPr/>
        <p:txBody>
          <a:bodyPr/>
          <a:lstStyle/>
          <a:p>
            <a:fld id="{2385DA76-2DD3-144A-9C84-6B8D9531DA2D}" type="slidenum">
              <a:rPr lang="en-US" smtClean="0"/>
              <a:t>6</a:t>
            </a:fld>
            <a:endParaRPr lang="en-US"/>
          </a:p>
        </p:txBody>
      </p:sp>
      <p:sp>
        <p:nvSpPr>
          <p:cNvPr id="7" name="Rectangle 2">
            <a:extLst>
              <a:ext uri="{FF2B5EF4-FFF2-40B4-BE49-F238E27FC236}">
                <a16:creationId xmlns:a16="http://schemas.microsoft.com/office/drawing/2014/main" id="{DF375DCA-3E29-3E7C-61EB-A922963B8018}"/>
              </a:ext>
            </a:extLst>
          </p:cNvPr>
          <p:cNvSpPr>
            <a:spLocks noChangeArrowheads="1"/>
          </p:cNvSpPr>
          <p:nvPr/>
        </p:nvSpPr>
        <p:spPr bwMode="auto">
          <a:xfrm>
            <a:off x="1366982" y="-7481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6">
            <a:extLst>
              <a:ext uri="{FF2B5EF4-FFF2-40B4-BE49-F238E27FC236}">
                <a16:creationId xmlns:a16="http://schemas.microsoft.com/office/drawing/2014/main" id="{52147F38-1202-EFBA-3692-E370623618B1}"/>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13933" t="22164" r="58439" b="49461"/>
          <a:stretch>
            <a:fillRect/>
          </a:stretch>
        </p:blipFill>
        <p:spPr bwMode="auto">
          <a:xfrm>
            <a:off x="6853382" y="1546361"/>
            <a:ext cx="3121891" cy="4222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97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30A83-18C7-3A5B-7516-F9AD3E377C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FC4946-3346-875F-70DA-E8942554A7B2}"/>
              </a:ext>
            </a:extLst>
          </p:cNvPr>
          <p:cNvSpPr>
            <a:spLocks noGrp="1"/>
          </p:cNvSpPr>
          <p:nvPr>
            <p:ph type="title"/>
          </p:nvPr>
        </p:nvSpPr>
        <p:spPr/>
        <p:txBody>
          <a:bodyPr>
            <a:normAutofit fontScale="90000"/>
          </a:bodyPr>
          <a:lstStyle/>
          <a:p>
            <a:r>
              <a:rPr lang="en-US" dirty="0"/>
              <a:t>MAJOR ENTITIES &amp; DESCRIPTION</a:t>
            </a:r>
          </a:p>
        </p:txBody>
      </p:sp>
      <p:sp>
        <p:nvSpPr>
          <p:cNvPr id="6" name="Text Placeholder 5">
            <a:extLst>
              <a:ext uri="{FF2B5EF4-FFF2-40B4-BE49-F238E27FC236}">
                <a16:creationId xmlns:a16="http://schemas.microsoft.com/office/drawing/2014/main" id="{8A5FD3F1-F400-CBB4-54E5-FDC16AD8DBCA}"/>
              </a:ext>
            </a:extLst>
          </p:cNvPr>
          <p:cNvSpPr>
            <a:spLocks noGrp="1"/>
          </p:cNvSpPr>
          <p:nvPr>
            <p:ph type="body" sz="quarter" idx="13"/>
          </p:nvPr>
        </p:nvSpPr>
        <p:spPr/>
        <p:txBody>
          <a:bodyPr>
            <a:normAutofit lnSpcReduction="10000"/>
          </a:bodyPr>
          <a:lstStyle/>
          <a:p>
            <a:r>
              <a:rPr lang="en-US" dirty="0"/>
              <a:t>Section 3</a:t>
            </a:r>
          </a:p>
        </p:txBody>
      </p:sp>
      <p:sp>
        <p:nvSpPr>
          <p:cNvPr id="2" name="Content Placeholder 1">
            <a:extLst>
              <a:ext uri="{FF2B5EF4-FFF2-40B4-BE49-F238E27FC236}">
                <a16:creationId xmlns:a16="http://schemas.microsoft.com/office/drawing/2014/main" id="{F93F3E88-1E39-7B70-E79A-060780C4FD96}"/>
              </a:ext>
            </a:extLst>
          </p:cNvPr>
          <p:cNvSpPr>
            <a:spLocks noGrp="1"/>
          </p:cNvSpPr>
          <p:nvPr>
            <p:ph sz="half" idx="4294967295"/>
          </p:nvPr>
        </p:nvSpPr>
        <p:spPr>
          <a:xfrm>
            <a:off x="902855" y="1695540"/>
            <a:ext cx="4989945" cy="3991084"/>
          </a:xfrm>
        </p:spPr>
        <p:txBody>
          <a:bodyPr>
            <a:normAutofit fontScale="92500"/>
          </a:bodyPr>
          <a:lstStyle/>
          <a:p>
            <a:pPr>
              <a:lnSpc>
                <a:spcPct val="120000"/>
              </a:lnSpc>
            </a:pPr>
            <a:r>
              <a:rPr lang="en-US" b="1" dirty="0"/>
              <a:t>REVIEW: </a:t>
            </a:r>
            <a:r>
              <a:rPr lang="en-US" dirty="0"/>
              <a:t>Review entity represents feedback written for a business. </a:t>
            </a:r>
          </a:p>
          <a:p>
            <a:pPr>
              <a:lnSpc>
                <a:spcPct val="120000"/>
              </a:lnSpc>
            </a:pPr>
            <a:r>
              <a:rPr lang="en-US" dirty="0"/>
              <a:t>Attributes are review ID, user ID, business ID, and details of the star rating given, the date, the full review text, and counts of votes (useful, funny, cool)</a:t>
            </a:r>
          </a:p>
        </p:txBody>
      </p:sp>
      <p:sp>
        <p:nvSpPr>
          <p:cNvPr id="3" name="Slide Number Placeholder 2">
            <a:extLst>
              <a:ext uri="{FF2B5EF4-FFF2-40B4-BE49-F238E27FC236}">
                <a16:creationId xmlns:a16="http://schemas.microsoft.com/office/drawing/2014/main" id="{7F772AB2-D0A1-187A-C2A8-6192A271C10E}"/>
              </a:ext>
            </a:extLst>
          </p:cNvPr>
          <p:cNvSpPr>
            <a:spLocks noGrp="1"/>
          </p:cNvSpPr>
          <p:nvPr>
            <p:ph type="sldNum" sz="quarter" idx="12"/>
          </p:nvPr>
        </p:nvSpPr>
        <p:spPr/>
        <p:txBody>
          <a:bodyPr/>
          <a:lstStyle/>
          <a:p>
            <a:fld id="{2385DA76-2DD3-144A-9C84-6B8D9531DA2D}" type="slidenum">
              <a:rPr lang="en-US" smtClean="0"/>
              <a:t>7</a:t>
            </a:fld>
            <a:endParaRPr lang="en-US"/>
          </a:p>
        </p:txBody>
      </p:sp>
      <p:sp>
        <p:nvSpPr>
          <p:cNvPr id="7" name="Rectangle 2">
            <a:extLst>
              <a:ext uri="{FF2B5EF4-FFF2-40B4-BE49-F238E27FC236}">
                <a16:creationId xmlns:a16="http://schemas.microsoft.com/office/drawing/2014/main" id="{FD2CC430-4FC9-2248-300F-D1DC1C68034C}"/>
              </a:ext>
            </a:extLst>
          </p:cNvPr>
          <p:cNvSpPr>
            <a:spLocks noChangeArrowheads="1"/>
          </p:cNvSpPr>
          <p:nvPr/>
        </p:nvSpPr>
        <p:spPr bwMode="auto">
          <a:xfrm>
            <a:off x="1366982" y="-7481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6">
            <a:extLst>
              <a:ext uri="{FF2B5EF4-FFF2-40B4-BE49-F238E27FC236}">
                <a16:creationId xmlns:a16="http://schemas.microsoft.com/office/drawing/2014/main" id="{D8254D4E-24FE-B387-9E01-76B6D26D5DBE}"/>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60299" t="22263" r="17141" b="58436"/>
          <a:stretch>
            <a:fillRect/>
          </a:stretch>
        </p:blipFill>
        <p:spPr bwMode="auto">
          <a:xfrm>
            <a:off x="7379854" y="1948872"/>
            <a:ext cx="2983345" cy="3361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176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C6F84-CE1D-8C9B-D265-CCBE15DD1B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C3716F-52FA-FCFD-8AE4-7884D5B97C03}"/>
              </a:ext>
            </a:extLst>
          </p:cNvPr>
          <p:cNvSpPr>
            <a:spLocks noGrp="1"/>
          </p:cNvSpPr>
          <p:nvPr>
            <p:ph type="title"/>
          </p:nvPr>
        </p:nvSpPr>
        <p:spPr/>
        <p:txBody>
          <a:bodyPr>
            <a:normAutofit fontScale="90000"/>
          </a:bodyPr>
          <a:lstStyle/>
          <a:p>
            <a:r>
              <a:rPr lang="en-US" dirty="0"/>
              <a:t>MAJOR ENTITIES &amp; DESCRIPTION</a:t>
            </a:r>
          </a:p>
        </p:txBody>
      </p:sp>
      <p:sp>
        <p:nvSpPr>
          <p:cNvPr id="6" name="Text Placeholder 5">
            <a:extLst>
              <a:ext uri="{FF2B5EF4-FFF2-40B4-BE49-F238E27FC236}">
                <a16:creationId xmlns:a16="http://schemas.microsoft.com/office/drawing/2014/main" id="{99B66F74-BE89-BE0F-7F59-5AAF2BB2F8E4}"/>
              </a:ext>
            </a:extLst>
          </p:cNvPr>
          <p:cNvSpPr>
            <a:spLocks noGrp="1"/>
          </p:cNvSpPr>
          <p:nvPr>
            <p:ph type="body" sz="quarter" idx="13"/>
          </p:nvPr>
        </p:nvSpPr>
        <p:spPr/>
        <p:txBody>
          <a:bodyPr>
            <a:normAutofit lnSpcReduction="10000"/>
          </a:bodyPr>
          <a:lstStyle/>
          <a:p>
            <a:r>
              <a:rPr lang="en-US" dirty="0"/>
              <a:t>Section 3</a:t>
            </a:r>
          </a:p>
        </p:txBody>
      </p:sp>
      <p:sp>
        <p:nvSpPr>
          <p:cNvPr id="2" name="Content Placeholder 1">
            <a:extLst>
              <a:ext uri="{FF2B5EF4-FFF2-40B4-BE49-F238E27FC236}">
                <a16:creationId xmlns:a16="http://schemas.microsoft.com/office/drawing/2014/main" id="{438406B3-5C26-BEC7-284D-1F89FE37D579}"/>
              </a:ext>
            </a:extLst>
          </p:cNvPr>
          <p:cNvSpPr>
            <a:spLocks noGrp="1"/>
          </p:cNvSpPr>
          <p:nvPr>
            <p:ph sz="half" idx="4294967295"/>
          </p:nvPr>
        </p:nvSpPr>
        <p:spPr>
          <a:xfrm>
            <a:off x="5772727" y="1649221"/>
            <a:ext cx="5486399" cy="2195946"/>
          </a:xfrm>
        </p:spPr>
        <p:txBody>
          <a:bodyPr>
            <a:normAutofit fontScale="92500"/>
          </a:bodyPr>
          <a:lstStyle/>
          <a:p>
            <a:pPr>
              <a:lnSpc>
                <a:spcPct val="120000"/>
              </a:lnSpc>
            </a:pPr>
            <a:r>
              <a:rPr lang="en-US" sz="2400" b="1" dirty="0"/>
              <a:t>TIPS: </a:t>
            </a:r>
            <a:r>
              <a:rPr lang="en-US" sz="2400" dirty="0"/>
              <a:t>Tips on Yelp short pieces of advice from users.</a:t>
            </a:r>
          </a:p>
          <a:p>
            <a:pPr>
              <a:lnSpc>
                <a:spcPct val="120000"/>
              </a:lnSpc>
            </a:pPr>
            <a:r>
              <a:rPr lang="en-US" sz="2400" dirty="0"/>
              <a:t>Attributes are text, date, number of compliments, user ID, and business ID</a:t>
            </a:r>
          </a:p>
          <a:p>
            <a:endParaRPr lang="en-US" dirty="0"/>
          </a:p>
        </p:txBody>
      </p:sp>
      <p:sp>
        <p:nvSpPr>
          <p:cNvPr id="3" name="Slide Number Placeholder 2">
            <a:extLst>
              <a:ext uri="{FF2B5EF4-FFF2-40B4-BE49-F238E27FC236}">
                <a16:creationId xmlns:a16="http://schemas.microsoft.com/office/drawing/2014/main" id="{40AF5DA7-5A70-06A4-7FFC-E13B5B36968B}"/>
              </a:ext>
            </a:extLst>
          </p:cNvPr>
          <p:cNvSpPr>
            <a:spLocks noGrp="1"/>
          </p:cNvSpPr>
          <p:nvPr>
            <p:ph type="sldNum" sz="quarter" idx="12"/>
          </p:nvPr>
        </p:nvSpPr>
        <p:spPr/>
        <p:txBody>
          <a:bodyPr/>
          <a:lstStyle/>
          <a:p>
            <a:fld id="{2385DA76-2DD3-144A-9C84-6B8D9531DA2D}" type="slidenum">
              <a:rPr lang="en-US" smtClean="0"/>
              <a:t>8</a:t>
            </a:fld>
            <a:endParaRPr lang="en-US"/>
          </a:p>
        </p:txBody>
      </p:sp>
      <p:sp>
        <p:nvSpPr>
          <p:cNvPr id="7" name="Rectangle 2">
            <a:extLst>
              <a:ext uri="{FF2B5EF4-FFF2-40B4-BE49-F238E27FC236}">
                <a16:creationId xmlns:a16="http://schemas.microsoft.com/office/drawing/2014/main" id="{7A0BA26A-8100-6EDC-E984-B25A3EF46FBA}"/>
              </a:ext>
            </a:extLst>
          </p:cNvPr>
          <p:cNvSpPr>
            <a:spLocks noChangeArrowheads="1"/>
          </p:cNvSpPr>
          <p:nvPr/>
        </p:nvSpPr>
        <p:spPr bwMode="auto">
          <a:xfrm>
            <a:off x="1366982" y="-7481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6">
            <a:extLst>
              <a:ext uri="{FF2B5EF4-FFF2-40B4-BE49-F238E27FC236}">
                <a16:creationId xmlns:a16="http://schemas.microsoft.com/office/drawing/2014/main" id="{612ED17E-7CE2-D3CC-76FC-DD93F1BA42C3}"/>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14096" t="73474" r="59310" b="14611"/>
          <a:stretch>
            <a:fillRect/>
          </a:stretch>
        </p:blipFill>
        <p:spPr bwMode="auto">
          <a:xfrm>
            <a:off x="1232095" y="1546361"/>
            <a:ext cx="3720906" cy="2195946"/>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1">
            <a:extLst>
              <a:ext uri="{FF2B5EF4-FFF2-40B4-BE49-F238E27FC236}">
                <a16:creationId xmlns:a16="http://schemas.microsoft.com/office/drawing/2014/main" id="{BBE6C48F-8AB2-DA52-72E9-E229B74B9A4A}"/>
              </a:ext>
            </a:extLst>
          </p:cNvPr>
          <p:cNvSpPr txBox="1">
            <a:spLocks/>
          </p:cNvSpPr>
          <p:nvPr/>
        </p:nvSpPr>
        <p:spPr>
          <a:xfrm>
            <a:off x="5772727" y="3927165"/>
            <a:ext cx="5375562" cy="219594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Source Sans Pro" panose="020B0503030403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400" b="1" dirty="0"/>
              <a:t>CHECK-IN: </a:t>
            </a:r>
            <a:r>
              <a:rPr lang="en-US" sz="2400" dirty="0"/>
              <a:t>Visits to a business is recorded in this entity</a:t>
            </a:r>
          </a:p>
          <a:p>
            <a:pPr>
              <a:lnSpc>
                <a:spcPct val="120000"/>
              </a:lnSpc>
            </a:pPr>
            <a:r>
              <a:rPr lang="en-US" sz="2400" dirty="0"/>
              <a:t>Business ID and list of timestamps when check-ins occurred are recorded here. </a:t>
            </a:r>
          </a:p>
          <a:p>
            <a:endParaRPr lang="en-US" dirty="0"/>
          </a:p>
        </p:txBody>
      </p:sp>
      <p:pic>
        <p:nvPicPr>
          <p:cNvPr id="4100" name="Picture 4">
            <a:extLst>
              <a:ext uri="{FF2B5EF4-FFF2-40B4-BE49-F238E27FC236}">
                <a16:creationId xmlns:a16="http://schemas.microsoft.com/office/drawing/2014/main" id="{C917DE3C-B48F-5226-5A6B-0EF85C603A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711" y="4062535"/>
            <a:ext cx="4078264" cy="1459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69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1C44A1-F9D3-850F-EE6A-EFB128C588A4}"/>
              </a:ext>
            </a:extLst>
          </p:cNvPr>
          <p:cNvSpPr>
            <a:spLocks noGrp="1"/>
          </p:cNvSpPr>
          <p:nvPr>
            <p:ph type="title"/>
          </p:nvPr>
        </p:nvSpPr>
        <p:spPr/>
        <p:txBody>
          <a:bodyPr>
            <a:normAutofit fontScale="90000"/>
          </a:bodyPr>
          <a:lstStyle/>
          <a:p>
            <a:r>
              <a:rPr lang="en-US" dirty="0"/>
              <a:t>BUSINESS RULES</a:t>
            </a:r>
          </a:p>
        </p:txBody>
      </p:sp>
      <p:sp>
        <p:nvSpPr>
          <p:cNvPr id="6" name="Text Placeholder 5">
            <a:extLst>
              <a:ext uri="{FF2B5EF4-FFF2-40B4-BE49-F238E27FC236}">
                <a16:creationId xmlns:a16="http://schemas.microsoft.com/office/drawing/2014/main" id="{A3811DA6-B55F-BC03-8C59-346FA5B8671A}"/>
              </a:ext>
            </a:extLst>
          </p:cNvPr>
          <p:cNvSpPr>
            <a:spLocks noGrp="1"/>
          </p:cNvSpPr>
          <p:nvPr>
            <p:ph type="body" sz="quarter" idx="13"/>
          </p:nvPr>
        </p:nvSpPr>
        <p:spPr/>
        <p:txBody>
          <a:bodyPr>
            <a:normAutofit lnSpcReduction="10000"/>
          </a:bodyPr>
          <a:lstStyle/>
          <a:p>
            <a:r>
              <a:rPr lang="en-US" dirty="0"/>
              <a:t>Section 3</a:t>
            </a:r>
          </a:p>
        </p:txBody>
      </p:sp>
      <p:sp>
        <p:nvSpPr>
          <p:cNvPr id="2" name="Content Placeholder 1">
            <a:extLst>
              <a:ext uri="{FF2B5EF4-FFF2-40B4-BE49-F238E27FC236}">
                <a16:creationId xmlns:a16="http://schemas.microsoft.com/office/drawing/2014/main" id="{609F79FB-B2BE-A0D7-3042-B50A01AC233F}"/>
              </a:ext>
            </a:extLst>
          </p:cNvPr>
          <p:cNvSpPr>
            <a:spLocks noGrp="1"/>
          </p:cNvSpPr>
          <p:nvPr>
            <p:ph sz="half" idx="4294967295"/>
          </p:nvPr>
        </p:nvSpPr>
        <p:spPr>
          <a:xfrm>
            <a:off x="838200" y="1546361"/>
            <a:ext cx="10515600" cy="4167972"/>
          </a:xfrm>
        </p:spPr>
        <p:txBody>
          <a:bodyPr/>
          <a:lstStyle/>
          <a:p>
            <a:pPr marL="0" indent="0">
              <a:buNone/>
            </a:pPr>
            <a:r>
              <a:rPr lang="en-US" b="1" dirty="0"/>
              <a:t>General understanding</a:t>
            </a:r>
            <a:r>
              <a:rPr lang="en-US" dirty="0"/>
              <a:t>: Each company has a separate site on Yelp, so each review or tip value points to one business only</a:t>
            </a:r>
          </a:p>
          <a:p>
            <a:pPr marL="0" indent="0">
              <a:buNone/>
            </a:pPr>
            <a:endParaRPr lang="en-US" dirty="0"/>
          </a:p>
          <a:p>
            <a:r>
              <a:rPr lang="en-US" dirty="0"/>
              <a:t>USER – REVIEW (1:M)</a:t>
            </a:r>
          </a:p>
          <a:p>
            <a:r>
              <a:rPr lang="en-US" dirty="0"/>
              <a:t>USER – TIP (1:M)</a:t>
            </a:r>
          </a:p>
          <a:p>
            <a:r>
              <a:rPr lang="en-US" dirty="0"/>
              <a:t>BUSINESS – REVIEW (1:M)</a:t>
            </a:r>
          </a:p>
          <a:p>
            <a:r>
              <a:rPr lang="en-US" dirty="0"/>
              <a:t>BUSINESS – TIP (1:M)</a:t>
            </a:r>
          </a:p>
          <a:p>
            <a:r>
              <a:rPr lang="en-US" dirty="0"/>
              <a:t>BUSINESS – CHECK-IN (1:M)</a:t>
            </a:r>
          </a:p>
        </p:txBody>
      </p:sp>
      <p:sp>
        <p:nvSpPr>
          <p:cNvPr id="5" name="Text Placeholder 41">
            <a:extLst>
              <a:ext uri="{FF2B5EF4-FFF2-40B4-BE49-F238E27FC236}">
                <a16:creationId xmlns:a16="http://schemas.microsoft.com/office/drawing/2014/main" id="{196225B2-C02F-3997-349A-5AB76F27F66C}"/>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29239E1A-23E5-F18A-4428-46E525FF43A8}"/>
              </a:ext>
            </a:extLst>
          </p:cNvPr>
          <p:cNvSpPr>
            <a:spLocks noGrp="1"/>
          </p:cNvSpPr>
          <p:nvPr>
            <p:ph type="sldNum" sz="quarter" idx="12"/>
          </p:nvPr>
        </p:nvSpPr>
        <p:spPr/>
        <p:txBody>
          <a:bodyPr/>
          <a:lstStyle/>
          <a:p>
            <a:fld id="{2385DA76-2DD3-144A-9C84-6B8D9531DA2D}" type="slidenum">
              <a:rPr lang="en-US" smtClean="0"/>
              <a:t>9</a:t>
            </a:fld>
            <a:endParaRPr lang="en-US"/>
          </a:p>
        </p:txBody>
      </p:sp>
    </p:spTree>
    <p:extLst>
      <p:ext uri="{BB962C8B-B14F-4D97-AF65-F5344CB8AC3E}">
        <p14:creationId xmlns:p14="http://schemas.microsoft.com/office/powerpoint/2010/main" val="2219144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5BE7D-3F9A-80C7-7728-68487ECF95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4BEE4F-52A5-C1AD-BF8C-29A94D471DBE}"/>
              </a:ext>
            </a:extLst>
          </p:cNvPr>
          <p:cNvSpPr>
            <a:spLocks noGrp="1"/>
          </p:cNvSpPr>
          <p:nvPr>
            <p:ph type="title"/>
          </p:nvPr>
        </p:nvSpPr>
        <p:spPr>
          <a:xfrm>
            <a:off x="838210" y="669798"/>
            <a:ext cx="10515590" cy="599096"/>
          </a:xfrm>
        </p:spPr>
        <p:txBody>
          <a:bodyPr>
            <a:normAutofit fontScale="90000"/>
          </a:bodyPr>
          <a:lstStyle/>
          <a:p>
            <a:r>
              <a:rPr lang="en-US" dirty="0"/>
              <a:t>ER Diagram (Crow Foot Model)</a:t>
            </a:r>
          </a:p>
        </p:txBody>
      </p:sp>
      <p:sp>
        <p:nvSpPr>
          <p:cNvPr id="6" name="Text Placeholder 5">
            <a:extLst>
              <a:ext uri="{FF2B5EF4-FFF2-40B4-BE49-F238E27FC236}">
                <a16:creationId xmlns:a16="http://schemas.microsoft.com/office/drawing/2014/main" id="{21958D72-F853-9D52-2CC8-19F735211195}"/>
              </a:ext>
            </a:extLst>
          </p:cNvPr>
          <p:cNvSpPr>
            <a:spLocks noGrp="1"/>
          </p:cNvSpPr>
          <p:nvPr>
            <p:ph type="body" sz="quarter" idx="13"/>
          </p:nvPr>
        </p:nvSpPr>
        <p:spPr/>
        <p:txBody>
          <a:bodyPr>
            <a:normAutofit lnSpcReduction="10000"/>
          </a:bodyPr>
          <a:lstStyle/>
          <a:p>
            <a:r>
              <a:rPr lang="en-US" dirty="0"/>
              <a:t>Section 4</a:t>
            </a:r>
          </a:p>
        </p:txBody>
      </p:sp>
      <p:sp>
        <p:nvSpPr>
          <p:cNvPr id="3" name="Slide Number Placeholder 2">
            <a:extLst>
              <a:ext uri="{FF2B5EF4-FFF2-40B4-BE49-F238E27FC236}">
                <a16:creationId xmlns:a16="http://schemas.microsoft.com/office/drawing/2014/main" id="{2291B7B2-7764-729B-D4BB-AA71ECCBBD3F}"/>
              </a:ext>
            </a:extLst>
          </p:cNvPr>
          <p:cNvSpPr>
            <a:spLocks noGrp="1"/>
          </p:cNvSpPr>
          <p:nvPr>
            <p:ph type="sldNum" sz="quarter" idx="12"/>
          </p:nvPr>
        </p:nvSpPr>
        <p:spPr/>
        <p:txBody>
          <a:bodyPr/>
          <a:lstStyle/>
          <a:p>
            <a:fld id="{2385DA76-2DD3-144A-9C84-6B8D9531DA2D}" type="slidenum">
              <a:rPr lang="en-US" smtClean="0"/>
              <a:t>10</a:t>
            </a:fld>
            <a:endParaRPr lang="en-US"/>
          </a:p>
        </p:txBody>
      </p:sp>
      <p:sp>
        <p:nvSpPr>
          <p:cNvPr id="7" name="Rectangle 2">
            <a:extLst>
              <a:ext uri="{FF2B5EF4-FFF2-40B4-BE49-F238E27FC236}">
                <a16:creationId xmlns:a16="http://schemas.microsoft.com/office/drawing/2014/main" id="{9E080510-2ADD-7662-C3F3-3466032FA1BB}"/>
              </a:ext>
            </a:extLst>
          </p:cNvPr>
          <p:cNvSpPr>
            <a:spLocks noChangeArrowheads="1"/>
          </p:cNvSpPr>
          <p:nvPr/>
        </p:nvSpPr>
        <p:spPr bwMode="auto">
          <a:xfrm>
            <a:off x="1459346" y="4226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8" name="Picture 4">
            <a:extLst>
              <a:ext uri="{FF2B5EF4-FFF2-40B4-BE49-F238E27FC236}">
                <a16:creationId xmlns:a16="http://schemas.microsoft.com/office/drawing/2014/main" id="{E1C30C1D-F002-8BFA-D830-C40E9BE8F2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062" y="1268894"/>
            <a:ext cx="8188297" cy="5589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51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3D2EE-1082-CE13-1871-B47CACE32F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16033B-A993-052D-14C7-C18825C11CA9}"/>
              </a:ext>
            </a:extLst>
          </p:cNvPr>
          <p:cNvSpPr>
            <a:spLocks noGrp="1"/>
          </p:cNvSpPr>
          <p:nvPr>
            <p:ph type="title"/>
          </p:nvPr>
        </p:nvSpPr>
        <p:spPr/>
        <p:txBody>
          <a:bodyPr>
            <a:normAutofit fontScale="90000"/>
          </a:bodyPr>
          <a:lstStyle/>
          <a:p>
            <a:r>
              <a:rPr lang="en-US" dirty="0"/>
              <a:t>Sample Data dictionaries</a:t>
            </a:r>
          </a:p>
        </p:txBody>
      </p:sp>
      <p:sp>
        <p:nvSpPr>
          <p:cNvPr id="6" name="Text Placeholder 5">
            <a:extLst>
              <a:ext uri="{FF2B5EF4-FFF2-40B4-BE49-F238E27FC236}">
                <a16:creationId xmlns:a16="http://schemas.microsoft.com/office/drawing/2014/main" id="{9B491251-B426-4900-01C1-CA5FF4252258}"/>
              </a:ext>
            </a:extLst>
          </p:cNvPr>
          <p:cNvSpPr>
            <a:spLocks noGrp="1"/>
          </p:cNvSpPr>
          <p:nvPr>
            <p:ph type="body" sz="quarter" idx="13"/>
          </p:nvPr>
        </p:nvSpPr>
        <p:spPr/>
        <p:txBody>
          <a:bodyPr>
            <a:normAutofit lnSpcReduction="10000"/>
          </a:bodyPr>
          <a:lstStyle/>
          <a:p>
            <a:r>
              <a:rPr lang="en-US" dirty="0"/>
              <a:t>Section 4</a:t>
            </a:r>
          </a:p>
        </p:txBody>
      </p:sp>
      <p:sp>
        <p:nvSpPr>
          <p:cNvPr id="3" name="Slide Number Placeholder 2">
            <a:extLst>
              <a:ext uri="{FF2B5EF4-FFF2-40B4-BE49-F238E27FC236}">
                <a16:creationId xmlns:a16="http://schemas.microsoft.com/office/drawing/2014/main" id="{FF479055-E7B2-7ABD-0055-B9E8CB563398}"/>
              </a:ext>
            </a:extLst>
          </p:cNvPr>
          <p:cNvSpPr>
            <a:spLocks noGrp="1"/>
          </p:cNvSpPr>
          <p:nvPr>
            <p:ph type="sldNum" sz="quarter" idx="12"/>
          </p:nvPr>
        </p:nvSpPr>
        <p:spPr/>
        <p:txBody>
          <a:bodyPr/>
          <a:lstStyle/>
          <a:p>
            <a:fld id="{2385DA76-2DD3-144A-9C84-6B8D9531DA2D}" type="slidenum">
              <a:rPr lang="en-US" smtClean="0"/>
              <a:t>11</a:t>
            </a:fld>
            <a:endParaRPr lang="en-US"/>
          </a:p>
        </p:txBody>
      </p:sp>
      <p:sp>
        <p:nvSpPr>
          <p:cNvPr id="7" name="Rectangle 2">
            <a:extLst>
              <a:ext uri="{FF2B5EF4-FFF2-40B4-BE49-F238E27FC236}">
                <a16:creationId xmlns:a16="http://schemas.microsoft.com/office/drawing/2014/main" id="{84A7646E-7D22-93F5-DC41-4B64485D74A7}"/>
              </a:ext>
            </a:extLst>
          </p:cNvPr>
          <p:cNvSpPr>
            <a:spLocks noChangeArrowheads="1"/>
          </p:cNvSpPr>
          <p:nvPr/>
        </p:nvSpPr>
        <p:spPr bwMode="auto">
          <a:xfrm>
            <a:off x="1459346" y="4226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descr="A table with text and numbers&#10;&#10;AI-generated content may be incorrect.">
            <a:extLst>
              <a:ext uri="{FF2B5EF4-FFF2-40B4-BE49-F238E27FC236}">
                <a16:creationId xmlns:a16="http://schemas.microsoft.com/office/drawing/2014/main" id="{25EBC21B-DA69-AE6B-93FA-D69B0764349E}"/>
              </a:ext>
            </a:extLst>
          </p:cNvPr>
          <p:cNvPicPr>
            <a:picLocks noChangeAspect="1"/>
          </p:cNvPicPr>
          <p:nvPr/>
        </p:nvPicPr>
        <p:blipFill>
          <a:blip r:embed="rId3"/>
          <a:srcRect l="1144" t="26" r="1173"/>
          <a:stretch>
            <a:fillRect/>
          </a:stretch>
        </p:blipFill>
        <p:spPr>
          <a:xfrm>
            <a:off x="2207491" y="1688953"/>
            <a:ext cx="7592291" cy="4312428"/>
          </a:xfrm>
          <a:prstGeom prst="rect">
            <a:avLst/>
          </a:prstGeom>
        </p:spPr>
      </p:pic>
    </p:spTree>
    <p:extLst>
      <p:ext uri="{BB962C8B-B14F-4D97-AF65-F5344CB8AC3E}">
        <p14:creationId xmlns:p14="http://schemas.microsoft.com/office/powerpoint/2010/main" val="87424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322C-53ED-4BF6-B6DE-7128954279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3B6269-7187-D73B-0F38-A6F27FE0C3DC}"/>
              </a:ext>
            </a:extLst>
          </p:cNvPr>
          <p:cNvSpPr>
            <a:spLocks noGrp="1"/>
          </p:cNvSpPr>
          <p:nvPr>
            <p:ph type="title"/>
          </p:nvPr>
        </p:nvSpPr>
        <p:spPr/>
        <p:txBody>
          <a:bodyPr>
            <a:normAutofit fontScale="90000"/>
          </a:bodyPr>
          <a:lstStyle/>
          <a:p>
            <a:r>
              <a:rPr lang="en-US" dirty="0"/>
              <a:t>Sample Data dictionaries</a:t>
            </a:r>
          </a:p>
        </p:txBody>
      </p:sp>
      <p:sp>
        <p:nvSpPr>
          <p:cNvPr id="6" name="Text Placeholder 5">
            <a:extLst>
              <a:ext uri="{FF2B5EF4-FFF2-40B4-BE49-F238E27FC236}">
                <a16:creationId xmlns:a16="http://schemas.microsoft.com/office/drawing/2014/main" id="{2666A520-A2A8-5056-80F2-8E68EE089EDE}"/>
              </a:ext>
            </a:extLst>
          </p:cNvPr>
          <p:cNvSpPr>
            <a:spLocks noGrp="1"/>
          </p:cNvSpPr>
          <p:nvPr>
            <p:ph type="body" sz="quarter" idx="13"/>
          </p:nvPr>
        </p:nvSpPr>
        <p:spPr/>
        <p:txBody>
          <a:bodyPr>
            <a:normAutofit lnSpcReduction="10000"/>
          </a:bodyPr>
          <a:lstStyle/>
          <a:p>
            <a:r>
              <a:rPr lang="en-US" dirty="0"/>
              <a:t>Section 4</a:t>
            </a:r>
          </a:p>
        </p:txBody>
      </p:sp>
      <p:sp>
        <p:nvSpPr>
          <p:cNvPr id="3" name="Slide Number Placeholder 2">
            <a:extLst>
              <a:ext uri="{FF2B5EF4-FFF2-40B4-BE49-F238E27FC236}">
                <a16:creationId xmlns:a16="http://schemas.microsoft.com/office/drawing/2014/main" id="{5932573B-7F5D-FE16-50AB-4F3901C27311}"/>
              </a:ext>
            </a:extLst>
          </p:cNvPr>
          <p:cNvSpPr>
            <a:spLocks noGrp="1"/>
          </p:cNvSpPr>
          <p:nvPr>
            <p:ph type="sldNum" sz="quarter" idx="12"/>
          </p:nvPr>
        </p:nvSpPr>
        <p:spPr/>
        <p:txBody>
          <a:bodyPr/>
          <a:lstStyle/>
          <a:p>
            <a:fld id="{2385DA76-2DD3-144A-9C84-6B8D9531DA2D}" type="slidenum">
              <a:rPr lang="en-US" smtClean="0"/>
              <a:t>12</a:t>
            </a:fld>
            <a:endParaRPr lang="en-US"/>
          </a:p>
        </p:txBody>
      </p:sp>
      <p:sp>
        <p:nvSpPr>
          <p:cNvPr id="7" name="Rectangle 2">
            <a:extLst>
              <a:ext uri="{FF2B5EF4-FFF2-40B4-BE49-F238E27FC236}">
                <a16:creationId xmlns:a16="http://schemas.microsoft.com/office/drawing/2014/main" id="{FF107E85-2737-05A7-E701-E9E3E656D858}"/>
              </a:ext>
            </a:extLst>
          </p:cNvPr>
          <p:cNvSpPr>
            <a:spLocks noChangeArrowheads="1"/>
          </p:cNvSpPr>
          <p:nvPr/>
        </p:nvSpPr>
        <p:spPr bwMode="auto">
          <a:xfrm>
            <a:off x="1459346" y="4226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descr="A table with text and numbers&#10;&#10;AI-generated content may be incorrect.">
            <a:extLst>
              <a:ext uri="{FF2B5EF4-FFF2-40B4-BE49-F238E27FC236}">
                <a16:creationId xmlns:a16="http://schemas.microsoft.com/office/drawing/2014/main" id="{F726224A-6B27-7F97-5C34-ABC63AB1DD1A}"/>
              </a:ext>
            </a:extLst>
          </p:cNvPr>
          <p:cNvPicPr>
            <a:picLocks noChangeAspect="1"/>
          </p:cNvPicPr>
          <p:nvPr/>
        </p:nvPicPr>
        <p:blipFill>
          <a:blip r:embed="rId3"/>
          <a:srcRect l="1144" t="26" r="1173"/>
          <a:stretch>
            <a:fillRect/>
          </a:stretch>
        </p:blipFill>
        <p:spPr>
          <a:xfrm>
            <a:off x="2172322" y="1789314"/>
            <a:ext cx="7592291" cy="4312428"/>
          </a:xfrm>
          <a:prstGeom prst="rect">
            <a:avLst/>
          </a:prstGeom>
        </p:spPr>
      </p:pic>
      <p:sp>
        <p:nvSpPr>
          <p:cNvPr id="2" name="TextBox 1">
            <a:extLst>
              <a:ext uri="{FF2B5EF4-FFF2-40B4-BE49-F238E27FC236}">
                <a16:creationId xmlns:a16="http://schemas.microsoft.com/office/drawing/2014/main" id="{8E232CF8-4BE9-AAD4-C783-7AD370555566}"/>
              </a:ext>
            </a:extLst>
          </p:cNvPr>
          <p:cNvSpPr txBox="1"/>
          <p:nvPr/>
        </p:nvSpPr>
        <p:spPr>
          <a:xfrm>
            <a:off x="838200" y="1333985"/>
            <a:ext cx="9354284"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Note: samples  for slide, full dictionaries in final report</a:t>
            </a:r>
          </a:p>
        </p:txBody>
      </p:sp>
    </p:spTree>
    <p:extLst>
      <p:ext uri="{BB962C8B-B14F-4D97-AF65-F5344CB8AC3E}">
        <p14:creationId xmlns:p14="http://schemas.microsoft.com/office/powerpoint/2010/main" val="188110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D57BD-EFA5-94E4-7142-4F597BBE22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02A396-3388-80BE-DB57-ACDEF6C41BF3}"/>
              </a:ext>
            </a:extLst>
          </p:cNvPr>
          <p:cNvSpPr>
            <a:spLocks noGrp="1"/>
          </p:cNvSpPr>
          <p:nvPr>
            <p:ph type="title"/>
          </p:nvPr>
        </p:nvSpPr>
        <p:spPr/>
        <p:txBody>
          <a:bodyPr>
            <a:normAutofit fontScale="90000"/>
          </a:bodyPr>
          <a:lstStyle/>
          <a:p>
            <a:r>
              <a:rPr lang="en-US" dirty="0"/>
              <a:t>Database Implementation</a:t>
            </a:r>
          </a:p>
        </p:txBody>
      </p:sp>
      <p:sp>
        <p:nvSpPr>
          <p:cNvPr id="6" name="Text Placeholder 5">
            <a:extLst>
              <a:ext uri="{FF2B5EF4-FFF2-40B4-BE49-F238E27FC236}">
                <a16:creationId xmlns:a16="http://schemas.microsoft.com/office/drawing/2014/main" id="{588A2692-812D-62E3-DBF3-3647B8C5EB1B}"/>
              </a:ext>
            </a:extLst>
          </p:cNvPr>
          <p:cNvSpPr>
            <a:spLocks noGrp="1"/>
          </p:cNvSpPr>
          <p:nvPr>
            <p:ph type="body" sz="quarter" idx="13"/>
          </p:nvPr>
        </p:nvSpPr>
        <p:spPr/>
        <p:txBody>
          <a:bodyPr>
            <a:normAutofit lnSpcReduction="10000"/>
          </a:bodyPr>
          <a:lstStyle/>
          <a:p>
            <a:r>
              <a:rPr lang="en-US" dirty="0"/>
              <a:t>Section 5</a:t>
            </a:r>
          </a:p>
        </p:txBody>
      </p:sp>
      <p:sp>
        <p:nvSpPr>
          <p:cNvPr id="2" name="Content Placeholder 1">
            <a:extLst>
              <a:ext uri="{FF2B5EF4-FFF2-40B4-BE49-F238E27FC236}">
                <a16:creationId xmlns:a16="http://schemas.microsoft.com/office/drawing/2014/main" id="{303A1705-B06D-BC6F-50AE-98CBAE44799B}"/>
              </a:ext>
            </a:extLst>
          </p:cNvPr>
          <p:cNvSpPr>
            <a:spLocks noGrp="1"/>
          </p:cNvSpPr>
          <p:nvPr>
            <p:ph sz="half" idx="2"/>
          </p:nvPr>
        </p:nvSpPr>
        <p:spPr>
          <a:xfrm>
            <a:off x="838200" y="1546360"/>
            <a:ext cx="10515590" cy="4624341"/>
          </a:xfrm>
        </p:spPr>
        <p:txBody>
          <a:bodyPr>
            <a:normAutofit/>
          </a:bodyPr>
          <a:lstStyle/>
          <a:p>
            <a:r>
              <a:rPr lang="en-US" b="1" dirty="0"/>
              <a:t>Database: </a:t>
            </a:r>
            <a:r>
              <a:rPr lang="en-US" b="1" i="1" dirty="0" err="1"/>
              <a:t>yelp_analysis</a:t>
            </a:r>
            <a:r>
              <a:rPr lang="en-US" b="1" i="1" dirty="0"/>
              <a:t> </a:t>
            </a:r>
            <a:r>
              <a:rPr lang="en-US" dirty="0"/>
              <a:t>(CREATE TABLE statements)</a:t>
            </a:r>
          </a:p>
          <a:p>
            <a:endParaRPr lang="en-US" dirty="0"/>
          </a:p>
          <a:p>
            <a:r>
              <a:rPr lang="en-US" b="1" dirty="0"/>
              <a:t>Data Insertion statements</a:t>
            </a:r>
            <a:r>
              <a:rPr lang="en-US" dirty="0"/>
              <a:t>: Python scripts </a:t>
            </a:r>
          </a:p>
          <a:p>
            <a:pPr lvl="1"/>
            <a:r>
              <a:rPr lang="en-US" dirty="0"/>
              <a:t>Read line-delimited JSON files &amp; transform into relational entities</a:t>
            </a:r>
          </a:p>
          <a:p>
            <a:pPr lvl="1"/>
            <a:r>
              <a:rPr lang="en-US" dirty="0"/>
              <a:t>Attribute names were mapped to schema conventions</a:t>
            </a:r>
          </a:p>
          <a:p>
            <a:pPr lvl="1"/>
            <a:r>
              <a:rPr lang="en-US" dirty="0"/>
              <a:t>Non-relational attributes structure =&gt; JSON text (where applicable)</a:t>
            </a:r>
          </a:p>
          <a:p>
            <a:pPr lvl="1"/>
            <a:r>
              <a:rPr lang="en-US" dirty="0"/>
              <a:t>Date in string datatype in raw file =&gt; DATETIME in MySQL </a:t>
            </a:r>
          </a:p>
          <a:p>
            <a:pPr lvl="1"/>
            <a:r>
              <a:rPr lang="en-US" dirty="0"/>
              <a:t>Skip records with missing parent references, avoid duplicates insert</a:t>
            </a:r>
          </a:p>
        </p:txBody>
      </p:sp>
      <p:sp>
        <p:nvSpPr>
          <p:cNvPr id="5" name="Text Placeholder 41">
            <a:extLst>
              <a:ext uri="{FF2B5EF4-FFF2-40B4-BE49-F238E27FC236}">
                <a16:creationId xmlns:a16="http://schemas.microsoft.com/office/drawing/2014/main" id="{5804482C-0CD2-DCE7-1EA1-24AC897748E9}"/>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0EC2FE16-D5F6-FDDC-9921-8C4D991B42A7}"/>
              </a:ext>
            </a:extLst>
          </p:cNvPr>
          <p:cNvSpPr>
            <a:spLocks noGrp="1"/>
          </p:cNvSpPr>
          <p:nvPr>
            <p:ph type="sldNum" sz="quarter" idx="12"/>
          </p:nvPr>
        </p:nvSpPr>
        <p:spPr/>
        <p:txBody>
          <a:bodyPr/>
          <a:lstStyle/>
          <a:p>
            <a:fld id="{2385DA76-2DD3-144A-9C84-6B8D9531DA2D}" type="slidenum">
              <a:rPr lang="en-US" smtClean="0"/>
              <a:t>13</a:t>
            </a:fld>
            <a:endParaRPr lang="en-US"/>
          </a:p>
        </p:txBody>
      </p:sp>
    </p:spTree>
    <p:extLst>
      <p:ext uri="{BB962C8B-B14F-4D97-AF65-F5344CB8AC3E}">
        <p14:creationId xmlns:p14="http://schemas.microsoft.com/office/powerpoint/2010/main" val="3672835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4D9365-385C-A43A-1D14-8B82B2D6776A}"/>
              </a:ext>
            </a:extLst>
          </p:cNvPr>
          <p:cNvSpPr>
            <a:spLocks noGrp="1"/>
          </p:cNvSpPr>
          <p:nvPr>
            <p:ph type="title"/>
          </p:nvPr>
        </p:nvSpPr>
        <p:spPr/>
        <p:txBody>
          <a:bodyPr>
            <a:normAutofit fontScale="90000"/>
          </a:bodyPr>
          <a:lstStyle/>
          <a:p>
            <a:r>
              <a:rPr lang="en-US" dirty="0"/>
              <a:t>SQL Sample queries</a:t>
            </a:r>
          </a:p>
        </p:txBody>
      </p:sp>
      <p:sp>
        <p:nvSpPr>
          <p:cNvPr id="6" name="Text Placeholder 5">
            <a:extLst>
              <a:ext uri="{FF2B5EF4-FFF2-40B4-BE49-F238E27FC236}">
                <a16:creationId xmlns:a16="http://schemas.microsoft.com/office/drawing/2014/main" id="{B5C1E8BC-75AD-C177-45A5-439A6D97EEAE}"/>
              </a:ext>
            </a:extLst>
          </p:cNvPr>
          <p:cNvSpPr>
            <a:spLocks noGrp="1"/>
          </p:cNvSpPr>
          <p:nvPr>
            <p:ph type="body" sz="quarter" idx="13"/>
          </p:nvPr>
        </p:nvSpPr>
        <p:spPr/>
        <p:txBody>
          <a:bodyPr>
            <a:normAutofit lnSpcReduction="10000"/>
          </a:bodyPr>
          <a:lstStyle/>
          <a:p>
            <a:r>
              <a:rPr lang="en-US" dirty="0"/>
              <a:t>Section 5</a:t>
            </a:r>
          </a:p>
        </p:txBody>
      </p:sp>
      <p:sp>
        <p:nvSpPr>
          <p:cNvPr id="2" name="Content Placeholder 1">
            <a:extLst>
              <a:ext uri="{FF2B5EF4-FFF2-40B4-BE49-F238E27FC236}">
                <a16:creationId xmlns:a16="http://schemas.microsoft.com/office/drawing/2014/main" id="{65D09779-16F8-C7D9-E2E9-F5976B0F6A8A}"/>
              </a:ext>
            </a:extLst>
          </p:cNvPr>
          <p:cNvSpPr>
            <a:spLocks noGrp="1"/>
          </p:cNvSpPr>
          <p:nvPr>
            <p:ph sz="half" idx="2"/>
          </p:nvPr>
        </p:nvSpPr>
        <p:spPr>
          <a:xfrm>
            <a:off x="837466" y="1403990"/>
            <a:ext cx="11065329" cy="1806118"/>
          </a:xfrm>
        </p:spPr>
        <p:txBody>
          <a:bodyPr>
            <a:normAutofit fontScale="25000" lnSpcReduction="20000"/>
          </a:bodyPr>
          <a:lstStyle/>
          <a:p>
            <a:pPr>
              <a:lnSpc>
                <a:spcPct val="170000"/>
              </a:lnSpc>
            </a:pPr>
            <a:r>
              <a:rPr lang="en-US" sz="7200" b="1" dirty="0"/>
              <a:t>Query 1:</a:t>
            </a:r>
            <a:r>
              <a:rPr lang="en-US" sz="7200" dirty="0"/>
              <a:t> </a:t>
            </a:r>
            <a:r>
              <a:rPr lang="en-US" sz="7200" b="1" dirty="0"/>
              <a:t>To find out top 10 users with the highest number of reviews written for business A</a:t>
            </a:r>
            <a:r>
              <a:rPr lang="en-US" sz="7200" dirty="0"/>
              <a:t>.</a:t>
            </a:r>
          </a:p>
          <a:p>
            <a:pPr>
              <a:lnSpc>
                <a:spcPct val="120000"/>
              </a:lnSpc>
            </a:pPr>
            <a:r>
              <a:rPr lang="en-US" sz="7200" b="1" dirty="0"/>
              <a:t>Sample report:</a:t>
            </a:r>
            <a:r>
              <a:rPr lang="en-US" sz="7200" dirty="0"/>
              <a:t> The query helps find the users who have written reviews for a specific business, and counts how many reviews each user has written for that business. This sample query involves joining three entities: REVIEW, USER, and BUSINESS to display the name of the review writer and the business. This query essentially helps managers see which users review their business and how active they are.</a:t>
            </a:r>
          </a:p>
          <a:p>
            <a:pPr marL="0" indent="0">
              <a:buNone/>
            </a:pPr>
            <a:br>
              <a:rPr lang="en-US" sz="6000" dirty="0"/>
            </a:br>
            <a:endParaRPr lang="en-US" dirty="0"/>
          </a:p>
        </p:txBody>
      </p:sp>
      <p:sp>
        <p:nvSpPr>
          <p:cNvPr id="3" name="Slide Number Placeholder 2">
            <a:extLst>
              <a:ext uri="{FF2B5EF4-FFF2-40B4-BE49-F238E27FC236}">
                <a16:creationId xmlns:a16="http://schemas.microsoft.com/office/drawing/2014/main" id="{9AF0B7E6-3FBA-77B9-DEE2-2675D56472FC}"/>
              </a:ext>
            </a:extLst>
          </p:cNvPr>
          <p:cNvSpPr>
            <a:spLocks noGrp="1"/>
          </p:cNvSpPr>
          <p:nvPr>
            <p:ph type="sldNum" sz="quarter" idx="12"/>
          </p:nvPr>
        </p:nvSpPr>
        <p:spPr/>
        <p:txBody>
          <a:bodyPr/>
          <a:lstStyle/>
          <a:p>
            <a:fld id="{2385DA76-2DD3-144A-9C84-6B8D9531DA2D}" type="slidenum">
              <a:rPr lang="en-US" smtClean="0"/>
              <a:t>14</a:t>
            </a:fld>
            <a:endParaRPr lang="en-US"/>
          </a:p>
        </p:txBody>
      </p:sp>
      <p:pic>
        <p:nvPicPr>
          <p:cNvPr id="1026" name="Picture 2" descr="A computer screen with white text&#10;&#10;AI-generated content may be incorrect.">
            <a:extLst>
              <a:ext uri="{FF2B5EF4-FFF2-40B4-BE49-F238E27FC236}">
                <a16:creationId xmlns:a16="http://schemas.microsoft.com/office/drawing/2014/main" id="{3C15C7DC-0323-C8A6-FCDB-626317F4E344}"/>
              </a:ext>
            </a:extLst>
          </p:cNvPr>
          <p:cNvPicPr>
            <a:picLocks noGrp="1" noChangeAspect="1" noChangeArrowheads="1"/>
          </p:cNvPicPr>
          <p:nvPr>
            <p:ph sz="half" idx="14"/>
          </p:nvPr>
        </p:nvPicPr>
        <p:blipFill>
          <a:blip r:embed="rId2">
            <a:extLst>
              <a:ext uri="{28A0092B-C50C-407E-A947-70E740481C1C}">
                <a14:useLocalDpi xmlns:a14="http://schemas.microsoft.com/office/drawing/2010/main" val="0"/>
              </a:ext>
            </a:extLst>
          </a:blip>
          <a:srcRect/>
          <a:stretch>
            <a:fillRect/>
          </a:stretch>
        </p:blipFill>
        <p:spPr bwMode="auto">
          <a:xfrm>
            <a:off x="2137368" y="3638440"/>
            <a:ext cx="8465523" cy="2961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115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5393B-4A7F-9DC9-86E0-623A074A3B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07333C-4D0B-6643-D9A9-CEAF67B6EBF8}"/>
              </a:ext>
            </a:extLst>
          </p:cNvPr>
          <p:cNvSpPr>
            <a:spLocks noGrp="1"/>
          </p:cNvSpPr>
          <p:nvPr>
            <p:ph type="title"/>
          </p:nvPr>
        </p:nvSpPr>
        <p:spPr/>
        <p:txBody>
          <a:bodyPr>
            <a:normAutofit fontScale="90000"/>
          </a:bodyPr>
          <a:lstStyle/>
          <a:p>
            <a:r>
              <a:rPr lang="en-US" dirty="0"/>
              <a:t>SQL Sample queries</a:t>
            </a:r>
          </a:p>
        </p:txBody>
      </p:sp>
      <p:sp>
        <p:nvSpPr>
          <p:cNvPr id="6" name="Text Placeholder 5">
            <a:extLst>
              <a:ext uri="{FF2B5EF4-FFF2-40B4-BE49-F238E27FC236}">
                <a16:creationId xmlns:a16="http://schemas.microsoft.com/office/drawing/2014/main" id="{02359114-5A8F-2D70-DFEF-A8627535E250}"/>
              </a:ext>
            </a:extLst>
          </p:cNvPr>
          <p:cNvSpPr>
            <a:spLocks noGrp="1"/>
          </p:cNvSpPr>
          <p:nvPr>
            <p:ph type="body" sz="quarter" idx="13"/>
          </p:nvPr>
        </p:nvSpPr>
        <p:spPr/>
        <p:txBody>
          <a:bodyPr>
            <a:normAutofit lnSpcReduction="10000"/>
          </a:bodyPr>
          <a:lstStyle/>
          <a:p>
            <a:r>
              <a:rPr lang="en-US" dirty="0"/>
              <a:t>Section 5</a:t>
            </a:r>
          </a:p>
        </p:txBody>
      </p:sp>
      <p:sp>
        <p:nvSpPr>
          <p:cNvPr id="2" name="Content Placeholder 1">
            <a:extLst>
              <a:ext uri="{FF2B5EF4-FFF2-40B4-BE49-F238E27FC236}">
                <a16:creationId xmlns:a16="http://schemas.microsoft.com/office/drawing/2014/main" id="{BC6C444F-471E-E791-1A22-2224986D4C5D}"/>
              </a:ext>
            </a:extLst>
          </p:cNvPr>
          <p:cNvSpPr>
            <a:spLocks noGrp="1"/>
          </p:cNvSpPr>
          <p:nvPr>
            <p:ph sz="half" idx="2"/>
          </p:nvPr>
        </p:nvSpPr>
        <p:spPr>
          <a:xfrm>
            <a:off x="838200" y="1546361"/>
            <a:ext cx="10515590" cy="2587490"/>
          </a:xfrm>
        </p:spPr>
        <p:txBody>
          <a:bodyPr>
            <a:normAutofit/>
          </a:bodyPr>
          <a:lstStyle/>
          <a:p>
            <a:pPr algn="just">
              <a:lnSpc>
                <a:spcPct val="100000"/>
              </a:lnSpc>
            </a:pPr>
            <a:r>
              <a:rPr lang="en-US" sz="1800" b="1" dirty="0"/>
              <a:t>Query 2:</a:t>
            </a:r>
            <a:r>
              <a:rPr lang="en-US" sz="1800" dirty="0"/>
              <a:t> </a:t>
            </a:r>
            <a:r>
              <a:rPr lang="en-US" sz="1800" b="1" dirty="0"/>
              <a:t>To find out the top 10 same-category businesses with Business A in the same city with the highest number of check-ins</a:t>
            </a:r>
          </a:p>
          <a:p>
            <a:r>
              <a:rPr lang="en-US" sz="1800" b="1" dirty="0"/>
              <a:t>Sample report:</a:t>
            </a:r>
            <a:r>
              <a:rPr lang="en-US" sz="1800" dirty="0"/>
              <a:t>  The query finds other businesses in the same city and in the same category as the chosen business (using </a:t>
            </a:r>
            <a:r>
              <a:rPr lang="en-US" sz="1800" dirty="0" err="1"/>
              <a:t>business_id</a:t>
            </a:r>
            <a:r>
              <a:rPr lang="en-US" sz="1800" dirty="0"/>
              <a:t>) and counts how many check-ins each one has. By filtering on category and city, the query helps managers to use their </a:t>
            </a:r>
            <a:r>
              <a:rPr lang="en-US" sz="1800" dirty="0" err="1"/>
              <a:t>business_id</a:t>
            </a:r>
            <a:r>
              <a:rPr lang="en-US" sz="1800" dirty="0"/>
              <a:t> to compare them with their local competitors. Ordering by the number of check-ins also helps identify which businesses are most visited among them. </a:t>
            </a:r>
            <a:br>
              <a:rPr lang="en-US" sz="2400" dirty="0"/>
            </a:br>
            <a:endParaRPr lang="en-US" sz="2400" dirty="0"/>
          </a:p>
          <a:p>
            <a:endParaRPr lang="en-US" dirty="0"/>
          </a:p>
        </p:txBody>
      </p:sp>
      <p:sp>
        <p:nvSpPr>
          <p:cNvPr id="3" name="Slide Number Placeholder 2">
            <a:extLst>
              <a:ext uri="{FF2B5EF4-FFF2-40B4-BE49-F238E27FC236}">
                <a16:creationId xmlns:a16="http://schemas.microsoft.com/office/drawing/2014/main" id="{D19D8CAA-AAD0-B4ED-F30F-D751E1EBD433}"/>
              </a:ext>
            </a:extLst>
          </p:cNvPr>
          <p:cNvSpPr>
            <a:spLocks noGrp="1"/>
          </p:cNvSpPr>
          <p:nvPr>
            <p:ph type="sldNum" sz="quarter" idx="12"/>
          </p:nvPr>
        </p:nvSpPr>
        <p:spPr/>
        <p:txBody>
          <a:bodyPr/>
          <a:lstStyle/>
          <a:p>
            <a:fld id="{2385DA76-2DD3-144A-9C84-6B8D9531DA2D}" type="slidenum">
              <a:rPr lang="en-US" smtClean="0"/>
              <a:t>15</a:t>
            </a:fld>
            <a:endParaRPr lang="en-US"/>
          </a:p>
        </p:txBody>
      </p:sp>
      <p:pic>
        <p:nvPicPr>
          <p:cNvPr id="2052" name="Picture 4" descr="A screenshot of a computer&#10;&#10;AI-generated content may be incorrect.">
            <a:extLst>
              <a:ext uri="{FF2B5EF4-FFF2-40B4-BE49-F238E27FC236}">
                <a16:creationId xmlns:a16="http://schemas.microsoft.com/office/drawing/2014/main" id="{BC21AA7D-3496-079A-54BC-464B8F643FF4}"/>
              </a:ext>
            </a:extLst>
          </p:cNvPr>
          <p:cNvPicPr>
            <a:picLocks noGrp="1" noChangeAspect="1" noChangeArrowheads="1"/>
          </p:cNvPicPr>
          <p:nvPr>
            <p:ph sz="half" idx="14"/>
          </p:nvPr>
        </p:nvPicPr>
        <p:blipFill>
          <a:blip r:embed="rId2">
            <a:extLst>
              <a:ext uri="{28A0092B-C50C-407E-A947-70E740481C1C}">
                <a14:useLocalDpi xmlns:a14="http://schemas.microsoft.com/office/drawing/2010/main" val="0"/>
              </a:ext>
            </a:extLst>
          </a:blip>
          <a:srcRect/>
          <a:stretch>
            <a:fillRect/>
          </a:stretch>
        </p:blipFill>
        <p:spPr bwMode="auto">
          <a:xfrm>
            <a:off x="2289781" y="3688349"/>
            <a:ext cx="7612427" cy="2911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731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862F5-D843-0C36-5DEE-5EB3407C04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473C7D-3B7C-3B30-721B-326AEFE7F1EE}"/>
              </a:ext>
            </a:extLst>
          </p:cNvPr>
          <p:cNvSpPr>
            <a:spLocks noGrp="1"/>
          </p:cNvSpPr>
          <p:nvPr>
            <p:ph type="title"/>
          </p:nvPr>
        </p:nvSpPr>
        <p:spPr/>
        <p:txBody>
          <a:bodyPr>
            <a:normAutofit fontScale="90000"/>
          </a:bodyPr>
          <a:lstStyle/>
          <a:p>
            <a:r>
              <a:rPr lang="en-US" dirty="0"/>
              <a:t>SQL Sample queries</a:t>
            </a:r>
          </a:p>
        </p:txBody>
      </p:sp>
      <p:sp>
        <p:nvSpPr>
          <p:cNvPr id="6" name="Text Placeholder 5">
            <a:extLst>
              <a:ext uri="{FF2B5EF4-FFF2-40B4-BE49-F238E27FC236}">
                <a16:creationId xmlns:a16="http://schemas.microsoft.com/office/drawing/2014/main" id="{7115969D-8857-EFF0-3E9C-164DAA31561F}"/>
              </a:ext>
            </a:extLst>
          </p:cNvPr>
          <p:cNvSpPr>
            <a:spLocks noGrp="1"/>
          </p:cNvSpPr>
          <p:nvPr>
            <p:ph type="body" sz="quarter" idx="13"/>
          </p:nvPr>
        </p:nvSpPr>
        <p:spPr/>
        <p:txBody>
          <a:bodyPr>
            <a:normAutofit lnSpcReduction="10000"/>
          </a:bodyPr>
          <a:lstStyle/>
          <a:p>
            <a:r>
              <a:rPr lang="en-US" dirty="0"/>
              <a:t>Section 5</a:t>
            </a:r>
          </a:p>
        </p:txBody>
      </p:sp>
      <p:sp>
        <p:nvSpPr>
          <p:cNvPr id="2" name="Content Placeholder 1">
            <a:extLst>
              <a:ext uri="{FF2B5EF4-FFF2-40B4-BE49-F238E27FC236}">
                <a16:creationId xmlns:a16="http://schemas.microsoft.com/office/drawing/2014/main" id="{92AABF6C-96EE-DF64-E5FB-FD9BCC31FD05}"/>
              </a:ext>
            </a:extLst>
          </p:cNvPr>
          <p:cNvSpPr>
            <a:spLocks noGrp="1"/>
          </p:cNvSpPr>
          <p:nvPr>
            <p:ph sz="half" idx="2"/>
          </p:nvPr>
        </p:nvSpPr>
        <p:spPr>
          <a:xfrm>
            <a:off x="838200" y="1546361"/>
            <a:ext cx="11220450" cy="1436442"/>
          </a:xfrm>
        </p:spPr>
        <p:txBody>
          <a:bodyPr>
            <a:normAutofit/>
          </a:bodyPr>
          <a:lstStyle/>
          <a:p>
            <a:pPr algn="just">
              <a:lnSpc>
                <a:spcPct val="100000"/>
              </a:lnSpc>
            </a:pPr>
            <a:r>
              <a:rPr lang="en-US" sz="1800" b="1" dirty="0"/>
              <a:t>Query 3: To check the count of compliments for the tips given to D’s Angelo Bakery in year 2011</a:t>
            </a:r>
          </a:p>
          <a:p>
            <a:pPr algn="just">
              <a:lnSpc>
                <a:spcPct val="100000"/>
              </a:lnSpc>
            </a:pPr>
            <a:r>
              <a:rPr lang="en-US" sz="1800" b="1" dirty="0"/>
              <a:t>Sample report:</a:t>
            </a:r>
            <a:r>
              <a:rPr lang="en-US" sz="1800" dirty="0"/>
              <a:t> Sort the table TIP based on </a:t>
            </a:r>
            <a:r>
              <a:rPr lang="en-US" sz="1800" dirty="0" err="1"/>
              <a:t>business_ID</a:t>
            </a:r>
            <a:r>
              <a:rPr lang="en-US" sz="1800" dirty="0"/>
              <a:t> of the business, then take the year from the date string given in the ‘date’ attribute to sort and have the ‘count of compliments’ for each tip illustrated in the final report.</a:t>
            </a:r>
          </a:p>
          <a:p>
            <a:endParaRPr lang="en-US" dirty="0"/>
          </a:p>
        </p:txBody>
      </p:sp>
      <p:sp>
        <p:nvSpPr>
          <p:cNvPr id="3" name="Slide Number Placeholder 2">
            <a:extLst>
              <a:ext uri="{FF2B5EF4-FFF2-40B4-BE49-F238E27FC236}">
                <a16:creationId xmlns:a16="http://schemas.microsoft.com/office/drawing/2014/main" id="{B55CB813-99BD-148E-3AF1-A906AA6F2B29}"/>
              </a:ext>
            </a:extLst>
          </p:cNvPr>
          <p:cNvSpPr>
            <a:spLocks noGrp="1"/>
          </p:cNvSpPr>
          <p:nvPr>
            <p:ph type="sldNum" sz="quarter" idx="12"/>
          </p:nvPr>
        </p:nvSpPr>
        <p:spPr/>
        <p:txBody>
          <a:bodyPr/>
          <a:lstStyle/>
          <a:p>
            <a:fld id="{2385DA76-2DD3-144A-9C84-6B8D9531DA2D}" type="slidenum">
              <a:rPr lang="en-US" smtClean="0"/>
              <a:t>16</a:t>
            </a:fld>
            <a:endParaRPr lang="en-US"/>
          </a:p>
        </p:txBody>
      </p:sp>
      <p:pic>
        <p:nvPicPr>
          <p:cNvPr id="3074" name="Picture 2" descr="A computer screen with white text&#10;&#10;AI-generated content may be incorrect.">
            <a:extLst>
              <a:ext uri="{FF2B5EF4-FFF2-40B4-BE49-F238E27FC236}">
                <a16:creationId xmlns:a16="http://schemas.microsoft.com/office/drawing/2014/main" id="{1EF6C7E4-6B1D-0894-C2E9-95728A43B1E8}"/>
              </a:ext>
            </a:extLst>
          </p:cNvPr>
          <p:cNvPicPr>
            <a:picLocks noGrp="1" noChangeAspect="1" noChangeArrowheads="1"/>
          </p:cNvPicPr>
          <p:nvPr>
            <p:ph sz="half" idx="14"/>
          </p:nvPr>
        </p:nvPicPr>
        <p:blipFill>
          <a:blip r:embed="rId2">
            <a:extLst>
              <a:ext uri="{28A0092B-C50C-407E-A947-70E740481C1C}">
                <a14:useLocalDpi xmlns:a14="http://schemas.microsoft.com/office/drawing/2010/main" val="0"/>
              </a:ext>
            </a:extLst>
          </a:blip>
          <a:srcRect/>
          <a:stretch>
            <a:fillRect/>
          </a:stretch>
        </p:blipFill>
        <p:spPr bwMode="auto">
          <a:xfrm>
            <a:off x="1728075" y="3195179"/>
            <a:ext cx="9071231" cy="3404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838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BAC3B-2924-1FE3-062E-381B56EB79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8EE0BC-705F-A2DD-6935-5608AFABB116}"/>
              </a:ext>
            </a:extLst>
          </p:cNvPr>
          <p:cNvSpPr>
            <a:spLocks noGrp="1"/>
          </p:cNvSpPr>
          <p:nvPr>
            <p:ph type="title"/>
          </p:nvPr>
        </p:nvSpPr>
        <p:spPr/>
        <p:txBody>
          <a:bodyPr>
            <a:normAutofit fontScale="90000"/>
          </a:bodyPr>
          <a:lstStyle/>
          <a:p>
            <a:r>
              <a:rPr lang="en-US" dirty="0"/>
              <a:t>Database Evaluation plan</a:t>
            </a:r>
          </a:p>
        </p:txBody>
      </p:sp>
      <p:sp>
        <p:nvSpPr>
          <p:cNvPr id="6" name="Text Placeholder 5">
            <a:extLst>
              <a:ext uri="{FF2B5EF4-FFF2-40B4-BE49-F238E27FC236}">
                <a16:creationId xmlns:a16="http://schemas.microsoft.com/office/drawing/2014/main" id="{970CC634-24F4-3DBF-D48F-C64A82876B69}"/>
              </a:ext>
            </a:extLst>
          </p:cNvPr>
          <p:cNvSpPr>
            <a:spLocks noGrp="1"/>
          </p:cNvSpPr>
          <p:nvPr>
            <p:ph type="body" sz="quarter" idx="13"/>
          </p:nvPr>
        </p:nvSpPr>
        <p:spPr/>
        <p:txBody>
          <a:bodyPr>
            <a:normAutofit lnSpcReduction="10000"/>
          </a:bodyPr>
          <a:lstStyle/>
          <a:p>
            <a:r>
              <a:rPr lang="en-US" dirty="0"/>
              <a:t>Section 5</a:t>
            </a:r>
          </a:p>
        </p:txBody>
      </p:sp>
      <p:sp>
        <p:nvSpPr>
          <p:cNvPr id="2" name="Content Placeholder 1">
            <a:extLst>
              <a:ext uri="{FF2B5EF4-FFF2-40B4-BE49-F238E27FC236}">
                <a16:creationId xmlns:a16="http://schemas.microsoft.com/office/drawing/2014/main" id="{A7C009B0-D72A-918E-9B13-C6669070A0E3}"/>
              </a:ext>
            </a:extLst>
          </p:cNvPr>
          <p:cNvSpPr>
            <a:spLocks noGrp="1"/>
          </p:cNvSpPr>
          <p:nvPr>
            <p:ph sz="half" idx="2"/>
          </p:nvPr>
        </p:nvSpPr>
        <p:spPr>
          <a:xfrm>
            <a:off x="838200" y="1546360"/>
            <a:ext cx="11010900" cy="4624341"/>
          </a:xfrm>
        </p:spPr>
        <p:txBody>
          <a:bodyPr>
            <a:normAutofit/>
          </a:bodyPr>
          <a:lstStyle/>
          <a:p>
            <a:r>
              <a:rPr lang="en-US" b="1" dirty="0"/>
              <a:t>Criterion: </a:t>
            </a:r>
            <a:r>
              <a:rPr lang="en-US" dirty="0"/>
              <a:t>integrity, security, accuracy, performance, scalability, maintainability </a:t>
            </a:r>
          </a:p>
          <a:p>
            <a:r>
              <a:rPr lang="en-US" b="1" dirty="0"/>
              <a:t>Methods:</a:t>
            </a:r>
          </a:p>
          <a:p>
            <a:pPr lvl="1"/>
            <a:r>
              <a:rPr lang="en-US" b="1" dirty="0"/>
              <a:t>Integrity</a:t>
            </a:r>
            <a:r>
              <a:rPr lang="en-US" dirty="0"/>
              <a:t> : verify relationship + check duplicates </a:t>
            </a:r>
          </a:p>
          <a:p>
            <a:pPr lvl="1"/>
            <a:r>
              <a:rPr lang="en-US" b="1" dirty="0"/>
              <a:t>Security: </a:t>
            </a:r>
            <a:r>
              <a:rPr lang="en-US" dirty="0"/>
              <a:t>test access rights, password, audit trails, diskless workstation</a:t>
            </a:r>
          </a:p>
          <a:p>
            <a:pPr lvl="1"/>
            <a:r>
              <a:rPr lang="en-US" b="1" dirty="0"/>
              <a:t>Performance &amp; accuracy: </a:t>
            </a:r>
            <a:r>
              <a:rPr lang="en-US" dirty="0"/>
              <a:t>confirm SQL queries result, test operations function &amp; insertion performance</a:t>
            </a:r>
          </a:p>
          <a:p>
            <a:pPr lvl="1"/>
            <a:r>
              <a:rPr lang="en-US" b="1" dirty="0"/>
              <a:t>Maintainability &amp; scalability: </a:t>
            </a:r>
            <a:r>
              <a:rPr lang="en-US" dirty="0"/>
              <a:t>review schema design, check documentation and evaluate design and normalization process to limit redundancy and support storage</a:t>
            </a:r>
          </a:p>
          <a:p>
            <a:pPr lvl="1"/>
            <a:endParaRPr lang="en-US" dirty="0"/>
          </a:p>
        </p:txBody>
      </p:sp>
      <p:sp>
        <p:nvSpPr>
          <p:cNvPr id="5" name="Text Placeholder 41">
            <a:extLst>
              <a:ext uri="{FF2B5EF4-FFF2-40B4-BE49-F238E27FC236}">
                <a16:creationId xmlns:a16="http://schemas.microsoft.com/office/drawing/2014/main" id="{B689420F-F15E-16F0-098B-4C025E3A5182}"/>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B3B73CD2-14DF-A4E0-AB5C-3BDB8992F43A}"/>
              </a:ext>
            </a:extLst>
          </p:cNvPr>
          <p:cNvSpPr>
            <a:spLocks noGrp="1"/>
          </p:cNvSpPr>
          <p:nvPr>
            <p:ph type="sldNum" sz="quarter" idx="12"/>
          </p:nvPr>
        </p:nvSpPr>
        <p:spPr/>
        <p:txBody>
          <a:bodyPr/>
          <a:lstStyle/>
          <a:p>
            <a:fld id="{2385DA76-2DD3-144A-9C84-6B8D9531DA2D}" type="slidenum">
              <a:rPr lang="en-US" smtClean="0"/>
              <a:t>17</a:t>
            </a:fld>
            <a:endParaRPr lang="en-US"/>
          </a:p>
        </p:txBody>
      </p:sp>
    </p:spTree>
    <p:extLst>
      <p:ext uri="{BB962C8B-B14F-4D97-AF65-F5344CB8AC3E}">
        <p14:creationId xmlns:p14="http://schemas.microsoft.com/office/powerpoint/2010/main" val="3519236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7315-DC6D-C39C-E157-5AEBFA9140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0545D5-F83F-621F-55DC-AFC74E25BF4C}"/>
              </a:ext>
            </a:extLst>
          </p:cNvPr>
          <p:cNvSpPr>
            <a:spLocks noGrp="1"/>
          </p:cNvSpPr>
          <p:nvPr>
            <p:ph type="title"/>
          </p:nvPr>
        </p:nvSpPr>
        <p:spPr>
          <a:xfrm>
            <a:off x="577850" y="734888"/>
            <a:ext cx="10515590" cy="599096"/>
          </a:xfrm>
        </p:spPr>
        <p:txBody>
          <a:bodyPr>
            <a:normAutofit fontScale="90000"/>
          </a:bodyPr>
          <a:lstStyle/>
          <a:p>
            <a:r>
              <a:rPr lang="en-US" dirty="0"/>
              <a:t>Database Administration</a:t>
            </a:r>
          </a:p>
        </p:txBody>
      </p:sp>
      <p:sp>
        <p:nvSpPr>
          <p:cNvPr id="6" name="Text Placeholder 5">
            <a:extLst>
              <a:ext uri="{FF2B5EF4-FFF2-40B4-BE49-F238E27FC236}">
                <a16:creationId xmlns:a16="http://schemas.microsoft.com/office/drawing/2014/main" id="{2CD9AF7F-D5FA-402E-A259-A33C8B6CA240}"/>
              </a:ext>
            </a:extLst>
          </p:cNvPr>
          <p:cNvSpPr>
            <a:spLocks noGrp="1"/>
          </p:cNvSpPr>
          <p:nvPr>
            <p:ph type="body" sz="quarter" idx="13"/>
          </p:nvPr>
        </p:nvSpPr>
        <p:spPr/>
        <p:txBody>
          <a:bodyPr>
            <a:normAutofit lnSpcReduction="10000"/>
          </a:bodyPr>
          <a:lstStyle/>
          <a:p>
            <a:r>
              <a:rPr lang="en-US" dirty="0"/>
              <a:t>Section 5</a:t>
            </a:r>
          </a:p>
        </p:txBody>
      </p:sp>
      <p:sp>
        <p:nvSpPr>
          <p:cNvPr id="5" name="Text Placeholder 41">
            <a:extLst>
              <a:ext uri="{FF2B5EF4-FFF2-40B4-BE49-F238E27FC236}">
                <a16:creationId xmlns:a16="http://schemas.microsoft.com/office/drawing/2014/main" id="{008EC749-5CF5-E402-FFDE-8C80283ABB9E}"/>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3E1929ED-8C7B-24F7-6E27-0584E791A573}"/>
              </a:ext>
            </a:extLst>
          </p:cNvPr>
          <p:cNvSpPr>
            <a:spLocks noGrp="1"/>
          </p:cNvSpPr>
          <p:nvPr>
            <p:ph type="sldNum" sz="quarter" idx="12"/>
          </p:nvPr>
        </p:nvSpPr>
        <p:spPr/>
        <p:txBody>
          <a:bodyPr/>
          <a:lstStyle/>
          <a:p>
            <a:fld id="{2385DA76-2DD3-144A-9C84-6B8D9531DA2D}" type="slidenum">
              <a:rPr lang="en-US" smtClean="0"/>
              <a:t>18</a:t>
            </a:fld>
            <a:endParaRPr lang="en-US"/>
          </a:p>
        </p:txBody>
      </p:sp>
      <p:pic>
        <p:nvPicPr>
          <p:cNvPr id="8" name="Picture 7" descr="A computer screen with text on it&#10;&#10;AI-generated content may be incorrect.">
            <a:extLst>
              <a:ext uri="{FF2B5EF4-FFF2-40B4-BE49-F238E27FC236}">
                <a16:creationId xmlns:a16="http://schemas.microsoft.com/office/drawing/2014/main" id="{9D341D9E-0145-F9D7-7F41-82456A7B2645}"/>
              </a:ext>
            </a:extLst>
          </p:cNvPr>
          <p:cNvPicPr>
            <a:picLocks noChangeAspect="1"/>
          </p:cNvPicPr>
          <p:nvPr/>
        </p:nvPicPr>
        <p:blipFill>
          <a:blip r:embed="rId3"/>
          <a:srcRect t="3251" r="3562" b="25473"/>
          <a:stretch>
            <a:fillRect/>
          </a:stretch>
        </p:blipFill>
        <p:spPr>
          <a:xfrm>
            <a:off x="217128" y="1914103"/>
            <a:ext cx="6453304" cy="3150480"/>
          </a:xfrm>
          <a:prstGeom prst="rect">
            <a:avLst/>
          </a:prstGeom>
        </p:spPr>
      </p:pic>
      <p:pic>
        <p:nvPicPr>
          <p:cNvPr id="10" name="Picture 9" descr="A screen shot of a computer program&#10;&#10;AI-generated content may be incorrect.">
            <a:extLst>
              <a:ext uri="{FF2B5EF4-FFF2-40B4-BE49-F238E27FC236}">
                <a16:creationId xmlns:a16="http://schemas.microsoft.com/office/drawing/2014/main" id="{776B0815-B8EB-3C1D-0BCB-668CE6A0F3CA}"/>
              </a:ext>
            </a:extLst>
          </p:cNvPr>
          <p:cNvPicPr>
            <a:picLocks noChangeAspect="1"/>
          </p:cNvPicPr>
          <p:nvPr/>
        </p:nvPicPr>
        <p:blipFill>
          <a:blip r:embed="rId4"/>
          <a:srcRect t="13993"/>
          <a:stretch>
            <a:fillRect/>
          </a:stretch>
        </p:blipFill>
        <p:spPr>
          <a:xfrm>
            <a:off x="6976446" y="1914103"/>
            <a:ext cx="5162550" cy="3150480"/>
          </a:xfrm>
          <a:prstGeom prst="rect">
            <a:avLst/>
          </a:prstGeom>
        </p:spPr>
      </p:pic>
      <p:sp>
        <p:nvSpPr>
          <p:cNvPr id="12" name="TextBox 11">
            <a:extLst>
              <a:ext uri="{FF2B5EF4-FFF2-40B4-BE49-F238E27FC236}">
                <a16:creationId xmlns:a16="http://schemas.microsoft.com/office/drawing/2014/main" id="{E4A3D193-A409-D7D0-ED86-0D397D9DB459}"/>
              </a:ext>
            </a:extLst>
          </p:cNvPr>
          <p:cNvSpPr txBox="1"/>
          <p:nvPr/>
        </p:nvSpPr>
        <p:spPr>
          <a:xfrm>
            <a:off x="577850" y="1361693"/>
            <a:ext cx="9354284"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2 sample stored procedures</a:t>
            </a:r>
            <a:endParaRPr lang="en-US"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170C1625-B822-7F29-7D70-EBF6D5EC4A3B}"/>
              </a:ext>
            </a:extLst>
          </p:cNvPr>
          <p:cNvSpPr txBox="1"/>
          <p:nvPr/>
        </p:nvSpPr>
        <p:spPr>
          <a:xfrm>
            <a:off x="1993290" y="5496307"/>
            <a:ext cx="9354284"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Note: implemented 3 stored procedure, present 2 here on presentation slides</a:t>
            </a:r>
          </a:p>
        </p:txBody>
      </p:sp>
    </p:spTree>
    <p:extLst>
      <p:ext uri="{BB962C8B-B14F-4D97-AF65-F5344CB8AC3E}">
        <p14:creationId xmlns:p14="http://schemas.microsoft.com/office/powerpoint/2010/main" val="12334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5F72-0073-34E5-C1D5-6D17AF3148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CDC39A-3E8E-A3F3-3311-15979B7F160F}"/>
              </a:ext>
            </a:extLst>
          </p:cNvPr>
          <p:cNvSpPr>
            <a:spLocks noGrp="1"/>
          </p:cNvSpPr>
          <p:nvPr>
            <p:ph type="title"/>
          </p:nvPr>
        </p:nvSpPr>
        <p:spPr>
          <a:xfrm>
            <a:off x="577850" y="734888"/>
            <a:ext cx="10515590" cy="599096"/>
          </a:xfrm>
        </p:spPr>
        <p:txBody>
          <a:bodyPr>
            <a:normAutofit fontScale="90000"/>
          </a:bodyPr>
          <a:lstStyle/>
          <a:p>
            <a:r>
              <a:rPr lang="en-US" dirty="0"/>
              <a:t>Database Administration</a:t>
            </a:r>
          </a:p>
        </p:txBody>
      </p:sp>
      <p:sp>
        <p:nvSpPr>
          <p:cNvPr id="6" name="Text Placeholder 5">
            <a:extLst>
              <a:ext uri="{FF2B5EF4-FFF2-40B4-BE49-F238E27FC236}">
                <a16:creationId xmlns:a16="http://schemas.microsoft.com/office/drawing/2014/main" id="{F5764FC9-0ECB-7117-C531-B4342F3217BC}"/>
              </a:ext>
            </a:extLst>
          </p:cNvPr>
          <p:cNvSpPr>
            <a:spLocks noGrp="1"/>
          </p:cNvSpPr>
          <p:nvPr>
            <p:ph type="body" sz="quarter" idx="13"/>
          </p:nvPr>
        </p:nvSpPr>
        <p:spPr/>
        <p:txBody>
          <a:bodyPr>
            <a:normAutofit lnSpcReduction="10000"/>
          </a:bodyPr>
          <a:lstStyle/>
          <a:p>
            <a:r>
              <a:rPr lang="en-US" dirty="0"/>
              <a:t>Section 5</a:t>
            </a:r>
          </a:p>
        </p:txBody>
      </p:sp>
      <p:sp>
        <p:nvSpPr>
          <p:cNvPr id="5" name="Text Placeholder 41">
            <a:extLst>
              <a:ext uri="{FF2B5EF4-FFF2-40B4-BE49-F238E27FC236}">
                <a16:creationId xmlns:a16="http://schemas.microsoft.com/office/drawing/2014/main" id="{C5150356-D2EF-FFD1-49A2-EFE8B909FD8A}"/>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8C3BFFCD-F862-008B-3EC1-1A6FDF1B0A9E}"/>
              </a:ext>
            </a:extLst>
          </p:cNvPr>
          <p:cNvSpPr>
            <a:spLocks noGrp="1"/>
          </p:cNvSpPr>
          <p:nvPr>
            <p:ph type="sldNum" sz="quarter" idx="12"/>
          </p:nvPr>
        </p:nvSpPr>
        <p:spPr/>
        <p:txBody>
          <a:bodyPr/>
          <a:lstStyle/>
          <a:p>
            <a:fld id="{2385DA76-2DD3-144A-9C84-6B8D9531DA2D}" type="slidenum">
              <a:rPr lang="en-US" smtClean="0"/>
              <a:t>19</a:t>
            </a:fld>
            <a:endParaRPr lang="en-US"/>
          </a:p>
        </p:txBody>
      </p:sp>
      <p:sp>
        <p:nvSpPr>
          <p:cNvPr id="12" name="TextBox 11">
            <a:extLst>
              <a:ext uri="{FF2B5EF4-FFF2-40B4-BE49-F238E27FC236}">
                <a16:creationId xmlns:a16="http://schemas.microsoft.com/office/drawing/2014/main" id="{DA6EEABD-FA20-8CAD-9340-9733D86C1A41}"/>
              </a:ext>
            </a:extLst>
          </p:cNvPr>
          <p:cNvSpPr txBox="1"/>
          <p:nvPr/>
        </p:nvSpPr>
        <p:spPr>
          <a:xfrm>
            <a:off x="1158503" y="1546359"/>
            <a:ext cx="9354284" cy="369332"/>
          </a:xfrm>
          <a:prstGeom prst="rect">
            <a:avLst/>
          </a:prstGeom>
          <a:noFill/>
        </p:spPr>
        <p:txBody>
          <a:bodyPr wrap="square">
            <a:spAutoFit/>
          </a:bodyPr>
          <a:lstStyle/>
          <a:p>
            <a:r>
              <a:rPr lang="en-US" dirty="0"/>
              <a:t> </a:t>
            </a:r>
          </a:p>
        </p:txBody>
      </p:sp>
      <p:sp>
        <p:nvSpPr>
          <p:cNvPr id="7" name="TextBox 6">
            <a:extLst>
              <a:ext uri="{FF2B5EF4-FFF2-40B4-BE49-F238E27FC236}">
                <a16:creationId xmlns:a16="http://schemas.microsoft.com/office/drawing/2014/main" id="{BA92539B-F26D-D60A-2DDD-D52B6FB48598}"/>
              </a:ext>
            </a:extLst>
          </p:cNvPr>
          <p:cNvSpPr txBox="1"/>
          <p:nvPr/>
        </p:nvSpPr>
        <p:spPr>
          <a:xfrm>
            <a:off x="1034560" y="1931855"/>
            <a:ext cx="9926517" cy="2554545"/>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Stored procedure 1 </a:t>
            </a:r>
            <a:r>
              <a:rPr lang="en-US" sz="2000" dirty="0">
                <a:latin typeface="Arial" panose="020B0604020202020204" pitchFamily="34" charset="0"/>
                <a:cs typeface="Arial" panose="020B0604020202020204" pitchFamily="34" charset="0"/>
              </a:rPr>
              <a:t>: The first procedure was written to report database statistics, including table sizes and total row counts. This procedure would help the administrator inspect the storage usage and identify the fast-growing tables</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Stored procedure 2</a:t>
            </a:r>
            <a:r>
              <a:rPr lang="en-US" sz="2000" dirty="0">
                <a:latin typeface="Arial" panose="020B0604020202020204" pitchFamily="34" charset="0"/>
                <a:cs typeface="Arial" panose="020B0604020202020204" pitchFamily="34" charset="0"/>
              </a:rPr>
              <a:t>: As REVIEW and USER are two entities that grow rapidly, the second routine was implemented to automatically back up the database by running a system-level </a:t>
            </a:r>
            <a:r>
              <a:rPr lang="en-US" sz="2000" dirty="0" err="1">
                <a:latin typeface="Arial" panose="020B0604020202020204" pitchFamily="34" charset="0"/>
                <a:cs typeface="Arial" panose="020B0604020202020204" pitchFamily="34" charset="0"/>
              </a:rPr>
              <a:t>mysqldump</a:t>
            </a:r>
            <a:r>
              <a:rPr lang="en-US" sz="2000" dirty="0">
                <a:latin typeface="Arial" panose="020B0604020202020204" pitchFamily="34" charset="0"/>
                <a:cs typeface="Arial" panose="020B0604020202020204" pitchFamily="34" charset="0"/>
              </a:rPr>
              <a:t> command and exporting data to timestamped backup files. The main purpose of this procedure protect Yelp from accidental data loss.</a:t>
            </a:r>
          </a:p>
        </p:txBody>
      </p:sp>
    </p:spTree>
    <p:extLst>
      <p:ext uri="{BB962C8B-B14F-4D97-AF65-F5344CB8AC3E}">
        <p14:creationId xmlns:p14="http://schemas.microsoft.com/office/powerpoint/2010/main" val="4289882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79FE-9615-360F-D9AF-2470F041B5E1}"/>
            </a:ext>
          </a:extLst>
        </p:cNvPr>
        <p:cNvGrpSpPr/>
        <p:nvPr/>
      </p:nvGrpSpPr>
      <p:grpSpPr>
        <a:xfrm>
          <a:off x="0" y="0"/>
          <a:ext cx="0" cy="0"/>
          <a:chOff x="0" y="0"/>
          <a:chExt cx="0" cy="0"/>
        </a:xfrm>
      </p:grpSpPr>
      <p:sp>
        <p:nvSpPr>
          <p:cNvPr id="5" name="Text Placeholder 41">
            <a:extLst>
              <a:ext uri="{FF2B5EF4-FFF2-40B4-BE49-F238E27FC236}">
                <a16:creationId xmlns:a16="http://schemas.microsoft.com/office/drawing/2014/main" id="{FC751D95-7680-1A70-E83B-A366DAAB7F78}"/>
              </a:ext>
            </a:extLst>
          </p:cNvPr>
          <p:cNvSpPr>
            <a:spLocks noGrp="1"/>
          </p:cNvSpPr>
          <p:nvPr>
            <p:ph type="body" sz="quarter" idx="23"/>
          </p:nvPr>
        </p:nvSpPr>
        <p:spPr>
          <a:xfrm>
            <a:off x="837466" y="6170702"/>
            <a:ext cx="1805722" cy="264615"/>
          </a:xfrm>
          <a:noFill/>
        </p:spPr>
        <p:txBody>
          <a:bodyPr>
            <a:normAutofit fontScale="92500" lnSpcReduction="10000"/>
          </a:bodyPr>
          <a:lstStyle>
            <a:lvl1pPr marL="0" indent="0" algn="ctr">
              <a:buNone/>
              <a:defRPr sz="1400" b="1" i="0">
                <a:solidFill>
                  <a:schemeClr val="bg1"/>
                </a:solidFill>
                <a:latin typeface="Arial Black" panose="020B0604020202020204" pitchFamily="34" charset="0"/>
                <a:cs typeface="Arial Black" panose="020B0604020202020204" pitchFamily="34" charset="0"/>
              </a:defRPr>
            </a:lvl1pPr>
          </a:lstStyle>
          <a:p>
            <a:pPr lvl="0"/>
            <a:r>
              <a:rPr lang="en-US" dirty="0"/>
              <a:t>IS 455 - MSIM</a:t>
            </a:r>
          </a:p>
        </p:txBody>
      </p:sp>
      <p:sp>
        <p:nvSpPr>
          <p:cNvPr id="3" name="Slide Number Placeholder 2">
            <a:extLst>
              <a:ext uri="{FF2B5EF4-FFF2-40B4-BE49-F238E27FC236}">
                <a16:creationId xmlns:a16="http://schemas.microsoft.com/office/drawing/2014/main" id="{F9D3A201-6302-B3C2-DC1B-93ECF9637CCE}"/>
              </a:ext>
            </a:extLst>
          </p:cNvPr>
          <p:cNvSpPr>
            <a:spLocks noGrp="1"/>
          </p:cNvSpPr>
          <p:nvPr>
            <p:ph type="sldNum" sz="quarter" idx="12"/>
          </p:nvPr>
        </p:nvSpPr>
        <p:spPr/>
        <p:txBody>
          <a:bodyPr/>
          <a:lstStyle/>
          <a:p>
            <a:fld id="{2385DA76-2DD3-144A-9C84-6B8D9531DA2D}" type="slidenum">
              <a:rPr lang="en-US" smtClean="0"/>
              <a:t>20</a:t>
            </a:fld>
            <a:endParaRPr lang="en-US"/>
          </a:p>
        </p:txBody>
      </p:sp>
      <p:sp>
        <p:nvSpPr>
          <p:cNvPr id="8" name="Title 7">
            <a:extLst>
              <a:ext uri="{FF2B5EF4-FFF2-40B4-BE49-F238E27FC236}">
                <a16:creationId xmlns:a16="http://schemas.microsoft.com/office/drawing/2014/main" id="{0E644338-7000-503B-DC79-9B3F81B38E52}"/>
              </a:ext>
            </a:extLst>
          </p:cNvPr>
          <p:cNvSpPr>
            <a:spLocks noGrp="1"/>
          </p:cNvSpPr>
          <p:nvPr>
            <p:ph type="title"/>
          </p:nvPr>
        </p:nvSpPr>
        <p:spPr>
          <a:xfrm>
            <a:off x="2573120" y="2248573"/>
            <a:ext cx="7045759" cy="2172218"/>
          </a:xfrm>
        </p:spPr>
        <p:txBody>
          <a:bodyPr>
            <a:normAutofit/>
          </a:bodyPr>
          <a:lstStyle/>
          <a:p>
            <a:pPr algn="ctr"/>
            <a:r>
              <a:rPr lang="en-US" dirty="0"/>
              <a:t>THANK YOU FOR LISTENING !</a:t>
            </a:r>
          </a:p>
        </p:txBody>
      </p:sp>
    </p:spTree>
    <p:extLst>
      <p:ext uri="{BB962C8B-B14F-4D97-AF65-F5344CB8AC3E}">
        <p14:creationId xmlns:p14="http://schemas.microsoft.com/office/powerpoint/2010/main" val="4084296764"/>
      </p:ext>
    </p:extLst>
  </p:cSld>
  <p:clrMapOvr>
    <a:masterClrMapping/>
  </p:clrMapOvr>
</p:sld>
</file>

<file path=ppt/theme/theme1.xml><?xml version="1.0" encoding="utf-8"?>
<a:theme xmlns:a="http://schemas.openxmlformats.org/drawingml/2006/main" name="StratCom ppt">
  <a:themeElements>
    <a:clrScheme name="Illini Theme">
      <a:dk1>
        <a:srgbClr val="13294B"/>
      </a:dk1>
      <a:lt1>
        <a:srgbClr val="FEFFFF"/>
      </a:lt1>
      <a:dk2>
        <a:srgbClr val="F55F06"/>
      </a:dk2>
      <a:lt2>
        <a:srgbClr val="C8C6C7"/>
      </a:lt2>
      <a:accent1>
        <a:srgbClr val="2870CD"/>
      </a:accent1>
      <a:accent2>
        <a:srgbClr val="3CB3E4"/>
      </a:accent2>
      <a:accent3>
        <a:srgbClr val="F8B316"/>
      </a:accent3>
      <a:accent4>
        <a:srgbClr val="196130"/>
      </a:accent4>
      <a:accent5>
        <a:srgbClr val="267E8D"/>
      </a:accent5>
      <a:accent6>
        <a:srgbClr val="7C3D13"/>
      </a:accent6>
      <a:hlink>
        <a:srgbClr val="C84013"/>
      </a:hlink>
      <a:folHlink>
        <a:srgbClr val="13294B"/>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6474</TotalTime>
  <Words>1248</Words>
  <Application>Microsoft Macintosh PowerPoint</Application>
  <PresentationFormat>Widescreen</PresentationFormat>
  <Paragraphs>153</Paragraphs>
  <Slides>20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Black</vt:lpstr>
      <vt:lpstr>Arial Narrow</vt:lpstr>
      <vt:lpstr>Calibri</vt:lpstr>
      <vt:lpstr>Georgia</vt:lpstr>
      <vt:lpstr>StratCom ppt</vt:lpstr>
      <vt:lpstr>DATABASE SYSTEM FOR CONSUMER REVIEW ANALYSIS ON </vt:lpstr>
      <vt:lpstr>BACKGROUND &amp; OBJECTIVES</vt:lpstr>
      <vt:lpstr>USERS’ REQUIREMENTS</vt:lpstr>
      <vt:lpstr>USERS’ REQUIREMENTS</vt:lpstr>
      <vt:lpstr>MAJOR ENTITIES &amp; DESCRIPTION</vt:lpstr>
      <vt:lpstr>MAJOR ENTITIES &amp; DESCRIPTION</vt:lpstr>
      <vt:lpstr>MAJOR ENTITIES &amp; DESCRIPTION</vt:lpstr>
      <vt:lpstr>MAJOR ENTITIES &amp; DESCRIPTION</vt:lpstr>
      <vt:lpstr>BUSINESS RULES</vt:lpstr>
      <vt:lpstr>ER Diagram (Crow Foot Model)</vt:lpstr>
      <vt:lpstr>Sample Data dictionaries</vt:lpstr>
      <vt:lpstr>Sample Data dictionaries</vt:lpstr>
      <vt:lpstr>Database Implementation</vt:lpstr>
      <vt:lpstr>SQL Sample queries</vt:lpstr>
      <vt:lpstr>SQL Sample queries</vt:lpstr>
      <vt:lpstr>SQL Sample queries</vt:lpstr>
      <vt:lpstr>Database Evaluation plan</vt:lpstr>
      <vt:lpstr>Database Administration</vt:lpstr>
      <vt:lpstr>Database Administration</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 of the Chancellor</dc:title>
  <dc:creator>Marcum, Cassidy Leigh</dc:creator>
  <cp:lastModifiedBy>Hoang, Le Kim Ngan</cp:lastModifiedBy>
  <cp:revision>67</cp:revision>
  <dcterms:created xsi:type="dcterms:W3CDTF">2023-11-29T19:20:00Z</dcterms:created>
  <dcterms:modified xsi:type="dcterms:W3CDTF">2025-12-11T15:56:03Z</dcterms:modified>
</cp:coreProperties>
</file>